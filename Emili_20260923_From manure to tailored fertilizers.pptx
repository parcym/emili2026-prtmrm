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60" r:id="rId6"/>
    <p:sldId id="261" r:id="rId7"/>
    <p:sldId id="257" r:id="rId8"/>
    <p:sldId id="301" r:id="rId9"/>
    <p:sldId id="263" r:id="rId10"/>
    <p:sldId id="264" r:id="rId11"/>
    <p:sldId id="267" r:id="rId12"/>
    <p:sldId id="304" r:id="rId13"/>
    <p:sldId id="302" r:id="rId14"/>
    <p:sldId id="268" r:id="rId15"/>
    <p:sldId id="303" r:id="rId16"/>
    <p:sldId id="270" r:id="rId17"/>
    <p:sldId id="300" r:id="rId18"/>
    <p:sldId id="271"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54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552" dt="2026-09-22T18:25:05.795"/>
    <p1510:client id="{122DF7EB-0201-82DD-DCB3-729211EDEDB6}" v="3" dt="2026-09-22T18:24:38.632"/>
    <p1510:client id="{225ED1D8-06A3-50B3-787D-53019F27F6A1}" v="2" dt="2026-09-22T17:32:40.678"/>
    <p1510:client id="{4C2E2AD8-B200-15A9-6A8E-84F8935817BB}" v="15" dt="2026-09-22T17:31:06.184"/>
    <p1510:client id="{6CD20F62-ADD6-12A5-EA47-486C993F757B}" v="233" dt="2026-09-22T16:30:55.821"/>
    <p1510:client id="{DBF5F336-D0EE-3FF5-E0EF-8BB562E10BF5}" v="10" dt="2026-09-22T17:34:19.545"/>
    <p1510:client id="{E857F327-397E-F2BB-7B2F-7B16515C70CE}" v="36" dt="2026-09-22T15:51:33.04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140" autoAdjust="0"/>
  </p:normalViewPr>
  <p:slideViewPr>
    <p:cSldViewPr snapToGrid="0">
      <p:cViewPr varScale="1">
        <p:scale>
          <a:sx n="53" d="100"/>
          <a:sy n="53" d="100"/>
        </p:scale>
        <p:origin x="5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in POURCEL" userId="S::robin.pourcel_cirad.fr#ext#@cragx.onmicrosoft.com::16908c1b-1d63-430e-9202-cb45ba71abd6" providerId="AD" clId="Web-{225ED1D8-06A3-50B3-787D-53019F27F6A1}"/>
    <pc:docChg chg="modSld">
      <pc:chgData name="Robin POURCEL" userId="S::robin.pourcel_cirad.fr#ext#@cragx.onmicrosoft.com::16908c1b-1d63-430e-9202-cb45ba71abd6" providerId="AD" clId="Web-{225ED1D8-06A3-50B3-787D-53019F27F6A1}" dt="2026-09-22T17:32:40.678" v="1"/>
      <pc:docMkLst>
        <pc:docMk/>
      </pc:docMkLst>
      <pc:sldChg chg="modAnim">
        <pc:chgData name="Robin POURCEL" userId="S::robin.pourcel_cirad.fr#ext#@cragx.onmicrosoft.com::16908c1b-1d63-430e-9202-cb45ba71abd6" providerId="AD" clId="Web-{225ED1D8-06A3-50B3-787D-53019F27F6A1}" dt="2026-09-22T17:32:40.678" v="1"/>
        <pc:sldMkLst>
          <pc:docMk/>
          <pc:sldMk cId="3700530240" sldId="260"/>
        </pc:sldMkLst>
      </pc:sldChg>
    </pc:docChg>
  </pc:docChgLst>
  <pc:docChgLst>
    <pc:chgData name="Robin POURCEL" userId="S::robin.pourcel_cirad.fr#ext#@cragx.onmicrosoft.com::16908c1b-1d63-430e-9202-cb45ba71abd6" providerId="AD" clId="Web-{4C2E2AD8-B200-15A9-6A8E-84F8935817BB}"/>
    <pc:docChg chg="modSld">
      <pc:chgData name="Robin POURCEL" userId="S::robin.pourcel_cirad.fr#ext#@cragx.onmicrosoft.com::16908c1b-1d63-430e-9202-cb45ba71abd6" providerId="AD" clId="Web-{4C2E2AD8-B200-15A9-6A8E-84F8935817BB}" dt="2026-09-22T17:31:06.184" v="14"/>
      <pc:docMkLst>
        <pc:docMk/>
      </pc:docMkLst>
      <pc:sldChg chg="delSp modSp delAnim">
        <pc:chgData name="Robin POURCEL" userId="S::robin.pourcel_cirad.fr#ext#@cragx.onmicrosoft.com::16908c1b-1d63-430e-9202-cb45ba71abd6" providerId="AD" clId="Web-{4C2E2AD8-B200-15A9-6A8E-84F8935817BB}" dt="2026-09-22T17:31:06.184" v="14"/>
        <pc:sldMkLst>
          <pc:docMk/>
          <pc:sldMk cId="3700530240" sldId="260"/>
        </pc:sldMkLst>
        <pc:graphicFrameChg chg="mod">
          <ac:chgData name="Robin POURCEL" userId="S::robin.pourcel_cirad.fr#ext#@cragx.onmicrosoft.com::16908c1b-1d63-430e-9202-cb45ba71abd6" providerId="AD" clId="Web-{4C2E2AD8-B200-15A9-6A8E-84F8935817BB}" dt="2026-09-22T17:29:10.146" v="2" actId="1076"/>
          <ac:graphicFrameMkLst>
            <pc:docMk/>
            <pc:sldMk cId="3700530240" sldId="260"/>
            <ac:graphicFrameMk id="47" creationId="{13DA9565-4AEB-632A-B1E6-6CF145A54197}"/>
          </ac:graphicFrameMkLst>
        </pc:graphicFrameChg>
        <pc:picChg chg="del mod">
          <ac:chgData name="Robin POURCEL" userId="S::robin.pourcel_cirad.fr#ext#@cragx.onmicrosoft.com::16908c1b-1d63-430e-9202-cb45ba71abd6" providerId="AD" clId="Web-{4C2E2AD8-B200-15A9-6A8E-84F8935817BB}" dt="2026-09-22T17:30:04.071" v="5"/>
          <ac:picMkLst>
            <pc:docMk/>
            <pc:sldMk cId="3700530240" sldId="260"/>
            <ac:picMk id="70" creationId="{E3C342E6-D877-1729-2D6A-8E32CB5CCB49}"/>
          </ac:picMkLst>
        </pc:picChg>
        <pc:picChg chg="mod">
          <ac:chgData name="Robin POURCEL" userId="S::robin.pourcel_cirad.fr#ext#@cragx.onmicrosoft.com::16908c1b-1d63-430e-9202-cb45ba71abd6" providerId="AD" clId="Web-{4C2E2AD8-B200-15A9-6A8E-84F8935817BB}" dt="2026-09-22T17:30:14.212" v="6" actId="1076"/>
          <ac:picMkLst>
            <pc:docMk/>
            <pc:sldMk cId="3700530240" sldId="260"/>
            <ac:picMk id="72" creationId="{C5031CD3-42F5-6FE1-AAE5-A38B6C7A7C0F}"/>
          </ac:picMkLst>
        </pc:picChg>
      </pc:sldChg>
    </pc:docChg>
  </pc:docChgLst>
  <pc:docChgLst>
    <pc:chgData name="Paul ROBIN" userId="S::paul.robin_inrae.fr#ext#@cragx.onmicrosoft.com::7f679a33-19b7-41de-8b42-4b6c1f8c4694" providerId="AD" clId="Web-{122DF7EB-0201-82DD-DCB3-729211EDEDB6}"/>
    <pc:docChg chg="modSld sldOrd">
      <pc:chgData name="Paul ROBIN" userId="S::paul.robin_inrae.fr#ext#@cragx.onmicrosoft.com::7f679a33-19b7-41de-8b42-4b6c1f8c4694" providerId="AD" clId="Web-{122DF7EB-0201-82DD-DCB3-729211EDEDB6}" dt="2026-09-22T18:28:04.835" v="403"/>
      <pc:docMkLst>
        <pc:docMk/>
      </pc:docMkLst>
      <pc:sldChg chg="modNotes">
        <pc:chgData name="Paul ROBIN" userId="S::paul.robin_inrae.fr#ext#@cragx.onmicrosoft.com::7f679a33-19b7-41de-8b42-4b6c1f8c4694" providerId="AD" clId="Web-{122DF7EB-0201-82DD-DCB3-729211EDEDB6}" dt="2026-09-22T18:18:30.103" v="19"/>
        <pc:sldMkLst>
          <pc:docMk/>
          <pc:sldMk cId="3722931401" sldId="257"/>
        </pc:sldMkLst>
      </pc:sldChg>
      <pc:sldChg chg="modNotes">
        <pc:chgData name="Paul ROBIN" userId="S::paul.robin_inrae.fr#ext#@cragx.onmicrosoft.com::7f679a33-19b7-41de-8b42-4b6c1f8c4694" providerId="AD" clId="Web-{122DF7EB-0201-82DD-DCB3-729211EDEDB6}" dt="2026-09-22T18:16:18.686" v="8"/>
        <pc:sldMkLst>
          <pc:docMk/>
          <pc:sldMk cId="2828772778" sldId="261"/>
        </pc:sldMkLst>
      </pc:sldChg>
      <pc:sldChg chg="ord modNotes">
        <pc:chgData name="Paul ROBIN" userId="S::paul.robin_inrae.fr#ext#@cragx.onmicrosoft.com::7f679a33-19b7-41de-8b42-4b6c1f8c4694" providerId="AD" clId="Web-{122DF7EB-0201-82DD-DCB3-729211EDEDB6}" dt="2026-09-22T18:24:38.085" v="276"/>
        <pc:sldMkLst>
          <pc:docMk/>
          <pc:sldMk cId="2924892106" sldId="267"/>
        </pc:sldMkLst>
      </pc:sldChg>
      <pc:sldChg chg="modNotes">
        <pc:chgData name="Paul ROBIN" userId="S::paul.robin_inrae.fr#ext#@cragx.onmicrosoft.com::7f679a33-19b7-41de-8b42-4b6c1f8c4694" providerId="AD" clId="Web-{122DF7EB-0201-82DD-DCB3-729211EDEDB6}" dt="2026-09-22T18:28:04.835" v="403"/>
        <pc:sldMkLst>
          <pc:docMk/>
          <pc:sldMk cId="1183023497" sldId="268"/>
        </pc:sldMkLst>
      </pc:sldChg>
    </pc:docChg>
  </pc:docChgLst>
  <pc:docChgLst>
    <pc:chgData name="Paul ROBIN" userId="S::paul.robin_inrae.fr#ext#@cragx.onmicrosoft.com::7f679a33-19b7-41de-8b42-4b6c1f8c4694" providerId="AD" clId="Web-{00000000-0000-0000-0000-000000000000}"/>
    <pc:docChg chg="addSld delSld modSld">
      <pc:chgData name="Paul ROBIN" userId="S::paul.robin_inrae.fr#ext#@cragx.onmicrosoft.com::7f679a33-19b7-41de-8b42-4b6c1f8c4694" providerId="AD" clId="Web-{00000000-0000-0000-0000-000000000000}" dt="2026-09-22T18:09:17.698" v="471" actId="14100"/>
      <pc:docMkLst>
        <pc:docMk/>
      </pc:docMkLst>
      <pc:sldChg chg="modSp">
        <pc:chgData name="Paul ROBIN" userId="S::paul.robin_inrae.fr#ext#@cragx.onmicrosoft.com::7f679a33-19b7-41de-8b42-4b6c1f8c4694" providerId="AD" clId="Web-{00000000-0000-0000-0000-000000000000}" dt="2026-09-22T17:21:07.954" v="246" actId="20577"/>
        <pc:sldMkLst>
          <pc:docMk/>
          <pc:sldMk cId="4131455568" sldId="256"/>
        </pc:sldMkLst>
        <pc:spChg chg="mod">
          <ac:chgData name="Paul ROBIN" userId="S::paul.robin_inrae.fr#ext#@cragx.onmicrosoft.com::7f679a33-19b7-41de-8b42-4b6c1f8c4694" providerId="AD" clId="Web-{00000000-0000-0000-0000-000000000000}" dt="2026-09-22T17:20:58.985" v="243" actId="20577"/>
          <ac:spMkLst>
            <pc:docMk/>
            <pc:sldMk cId="4131455568" sldId="256"/>
            <ac:spMk id="26" creationId="{3E644AA9-01FD-4782-9EBB-78239F67ECDB}"/>
          </ac:spMkLst>
        </pc:spChg>
        <pc:spChg chg="mod">
          <ac:chgData name="Paul ROBIN" userId="S::paul.robin_inrae.fr#ext#@cragx.onmicrosoft.com::7f679a33-19b7-41de-8b42-4b6c1f8c4694" providerId="AD" clId="Web-{00000000-0000-0000-0000-000000000000}" dt="2026-09-22T17:21:07.954" v="246" actId="20577"/>
          <ac:spMkLst>
            <pc:docMk/>
            <pc:sldMk cId="4131455568" sldId="256"/>
            <ac:spMk id="27" creationId="{258302B1-E8D3-4ED8-A888-5CFED76196F2}"/>
          </ac:spMkLst>
        </pc:spChg>
      </pc:sldChg>
      <pc:sldChg chg="modSp">
        <pc:chgData name="Paul ROBIN" userId="S::paul.robin_inrae.fr#ext#@cragx.onmicrosoft.com::7f679a33-19b7-41de-8b42-4b6c1f8c4694" providerId="AD" clId="Web-{00000000-0000-0000-0000-000000000000}" dt="2026-09-22T17:31:30.762" v="296" actId="20577"/>
        <pc:sldMkLst>
          <pc:docMk/>
          <pc:sldMk cId="3722931401" sldId="257"/>
        </pc:sldMkLst>
        <pc:spChg chg="mod">
          <ac:chgData name="Paul ROBIN" userId="S::paul.robin_inrae.fr#ext#@cragx.onmicrosoft.com::7f679a33-19b7-41de-8b42-4b6c1f8c4694" providerId="AD" clId="Web-{00000000-0000-0000-0000-000000000000}" dt="2026-09-22T17:31:30.762" v="296" actId="20577"/>
          <ac:spMkLst>
            <pc:docMk/>
            <pc:sldMk cId="3722931401" sldId="257"/>
            <ac:spMk id="11" creationId="{BF421660-E234-4CE9-9D25-42465000B681}"/>
          </ac:spMkLst>
        </pc:spChg>
      </pc:sldChg>
      <pc:sldChg chg="modSp">
        <pc:chgData name="Paul ROBIN" userId="S::paul.robin_inrae.fr#ext#@cragx.onmicrosoft.com::7f679a33-19b7-41de-8b42-4b6c1f8c4694" providerId="AD" clId="Web-{00000000-0000-0000-0000-000000000000}" dt="2026-09-22T17:22:57.305" v="256" actId="1076"/>
        <pc:sldMkLst>
          <pc:docMk/>
          <pc:sldMk cId="3700530240" sldId="260"/>
        </pc:sldMkLst>
        <pc:spChg chg="mod">
          <ac:chgData name="Paul ROBIN" userId="S::paul.robin_inrae.fr#ext#@cragx.onmicrosoft.com::7f679a33-19b7-41de-8b42-4b6c1f8c4694" providerId="AD" clId="Web-{00000000-0000-0000-0000-000000000000}" dt="2026-09-22T17:17:02.116" v="211" actId="1076"/>
          <ac:spMkLst>
            <pc:docMk/>
            <pc:sldMk cId="3700530240" sldId="260"/>
            <ac:spMk id="22" creationId="{51C12040-5C9F-8A1A-C1AE-E459E78BA2EC}"/>
          </ac:spMkLst>
        </pc:spChg>
        <pc:spChg chg="mod">
          <ac:chgData name="Paul ROBIN" userId="S::paul.robin_inrae.fr#ext#@cragx.onmicrosoft.com::7f679a33-19b7-41de-8b42-4b6c1f8c4694" providerId="AD" clId="Web-{00000000-0000-0000-0000-000000000000}" dt="2026-09-22T17:22:57.305" v="256" actId="1076"/>
          <ac:spMkLst>
            <pc:docMk/>
            <pc:sldMk cId="3700530240" sldId="260"/>
            <ac:spMk id="24" creationId="{236203D3-F15E-4397-AB39-579571DD69BC}"/>
          </ac:spMkLst>
        </pc:spChg>
        <pc:spChg chg="mod">
          <ac:chgData name="Paul ROBIN" userId="S::paul.robin_inrae.fr#ext#@cragx.onmicrosoft.com::7f679a33-19b7-41de-8b42-4b6c1f8c4694" providerId="AD" clId="Web-{00000000-0000-0000-0000-000000000000}" dt="2026-09-22T17:16:27.755" v="202" actId="1076"/>
          <ac:spMkLst>
            <pc:docMk/>
            <pc:sldMk cId="3700530240" sldId="260"/>
            <ac:spMk id="25" creationId="{927BEB3A-0D66-0631-A9BA-F64F13C39449}"/>
          </ac:spMkLst>
        </pc:spChg>
        <pc:spChg chg="mod">
          <ac:chgData name="Paul ROBIN" userId="S::paul.robin_inrae.fr#ext#@cragx.onmicrosoft.com::7f679a33-19b7-41de-8b42-4b6c1f8c4694" providerId="AD" clId="Web-{00000000-0000-0000-0000-000000000000}" dt="2026-09-22T17:16:27.771" v="203" actId="1076"/>
          <ac:spMkLst>
            <pc:docMk/>
            <pc:sldMk cId="3700530240" sldId="260"/>
            <ac:spMk id="29" creationId="{427C1BCF-DCC5-3474-81DD-CA1C530FDB0A}"/>
          </ac:spMkLst>
        </pc:spChg>
        <pc:graphicFrameChg chg="mod">
          <ac:chgData name="Paul ROBIN" userId="S::paul.robin_inrae.fr#ext#@cragx.onmicrosoft.com::7f679a33-19b7-41de-8b42-4b6c1f8c4694" providerId="AD" clId="Web-{00000000-0000-0000-0000-000000000000}" dt="2026-09-22T17:15:44.019" v="188" actId="1076"/>
          <ac:graphicFrameMkLst>
            <pc:docMk/>
            <pc:sldMk cId="3700530240" sldId="260"/>
            <ac:graphicFrameMk id="47" creationId="{13DA9565-4AEB-632A-B1E6-6CF145A54197}"/>
          </ac:graphicFrameMkLst>
        </pc:graphicFrameChg>
        <pc:picChg chg="mod">
          <ac:chgData name="Paul ROBIN" userId="S::paul.robin_inrae.fr#ext#@cragx.onmicrosoft.com::7f679a33-19b7-41de-8b42-4b6c1f8c4694" providerId="AD" clId="Web-{00000000-0000-0000-0000-000000000000}" dt="2026-09-22T17:16:27.661" v="197" actId="1076"/>
          <ac:picMkLst>
            <pc:docMk/>
            <pc:sldMk cId="3700530240" sldId="260"/>
            <ac:picMk id="11" creationId="{0EAAD9CA-23AF-7EEA-5E52-BAE048C6B023}"/>
          </ac:picMkLst>
        </pc:picChg>
        <pc:picChg chg="mod">
          <ac:chgData name="Paul ROBIN" userId="S::paul.robin_inrae.fr#ext#@cragx.onmicrosoft.com::7f679a33-19b7-41de-8b42-4b6c1f8c4694" providerId="AD" clId="Web-{00000000-0000-0000-0000-000000000000}" dt="2026-09-22T17:16:27.677" v="198" actId="1076"/>
          <ac:picMkLst>
            <pc:docMk/>
            <pc:sldMk cId="3700530240" sldId="260"/>
            <ac:picMk id="12" creationId="{8F01B04F-2103-FDE0-9D7E-B5CA47D2AB5E}"/>
          </ac:picMkLst>
        </pc:picChg>
        <pc:picChg chg="mod">
          <ac:chgData name="Paul ROBIN" userId="S::paul.robin_inrae.fr#ext#@cragx.onmicrosoft.com::7f679a33-19b7-41de-8b42-4b6c1f8c4694" providerId="AD" clId="Web-{00000000-0000-0000-0000-000000000000}" dt="2026-09-22T17:16:27.692" v="199" actId="1076"/>
          <ac:picMkLst>
            <pc:docMk/>
            <pc:sldMk cId="3700530240" sldId="260"/>
            <ac:picMk id="15" creationId="{6D9E7A34-9956-A54E-B3A2-BBEFFB876F08}"/>
          </ac:picMkLst>
        </pc:picChg>
        <pc:picChg chg="mod">
          <ac:chgData name="Paul ROBIN" userId="S::paul.robin_inrae.fr#ext#@cragx.onmicrosoft.com::7f679a33-19b7-41de-8b42-4b6c1f8c4694" providerId="AD" clId="Web-{00000000-0000-0000-0000-000000000000}" dt="2026-09-22T17:16:44.959" v="208" actId="1076"/>
          <ac:picMkLst>
            <pc:docMk/>
            <pc:sldMk cId="3700530240" sldId="260"/>
            <ac:picMk id="19" creationId="{0DC2DFCD-7F26-137B-8FC1-215399232174}"/>
          </ac:picMkLst>
        </pc:picChg>
        <pc:picChg chg="mod">
          <ac:chgData name="Paul ROBIN" userId="S::paul.robin_inrae.fr#ext#@cragx.onmicrosoft.com::7f679a33-19b7-41de-8b42-4b6c1f8c4694" providerId="AD" clId="Web-{00000000-0000-0000-0000-000000000000}" dt="2026-09-22T17:16:27.786" v="204" actId="1076"/>
          <ac:picMkLst>
            <pc:docMk/>
            <pc:sldMk cId="3700530240" sldId="260"/>
            <ac:picMk id="30" creationId="{9DDFEE71-3ECE-D38B-3108-1D57AB016843}"/>
          </ac:picMkLst>
        </pc:picChg>
        <pc:picChg chg="mod">
          <ac:chgData name="Paul ROBIN" userId="S::paul.robin_inrae.fr#ext#@cragx.onmicrosoft.com::7f679a33-19b7-41de-8b42-4b6c1f8c4694" providerId="AD" clId="Web-{00000000-0000-0000-0000-000000000000}" dt="2026-09-22T17:16:27.802" v="205" actId="1076"/>
          <ac:picMkLst>
            <pc:docMk/>
            <pc:sldMk cId="3700530240" sldId="260"/>
            <ac:picMk id="31" creationId="{E545B1D0-BAB5-5E62-F3C3-786EB3CA5738}"/>
          </ac:picMkLst>
        </pc:picChg>
        <pc:picChg chg="mod">
          <ac:chgData name="Paul ROBIN" userId="S::paul.robin_inrae.fr#ext#@cragx.onmicrosoft.com::7f679a33-19b7-41de-8b42-4b6c1f8c4694" providerId="AD" clId="Web-{00000000-0000-0000-0000-000000000000}" dt="2026-09-22T17:16:27.817" v="206" actId="1076"/>
          <ac:picMkLst>
            <pc:docMk/>
            <pc:sldMk cId="3700530240" sldId="260"/>
            <ac:picMk id="70" creationId="{E3C342E6-D877-1729-2D6A-8E32CB5CCB49}"/>
          </ac:picMkLst>
        </pc:picChg>
        <pc:picChg chg="mod">
          <ac:chgData name="Paul ROBIN" userId="S::paul.robin_inrae.fr#ext#@cragx.onmicrosoft.com::7f679a33-19b7-41de-8b42-4b6c1f8c4694" providerId="AD" clId="Web-{00000000-0000-0000-0000-000000000000}" dt="2026-09-22T17:16:27.833" v="207" actId="1076"/>
          <ac:picMkLst>
            <pc:docMk/>
            <pc:sldMk cId="3700530240" sldId="260"/>
            <ac:picMk id="72" creationId="{C5031CD3-42F5-6FE1-AAE5-A38B6C7A7C0F}"/>
          </ac:picMkLst>
        </pc:picChg>
        <pc:cxnChg chg="mod">
          <ac:chgData name="Paul ROBIN" userId="S::paul.robin_inrae.fr#ext#@cragx.onmicrosoft.com::7f679a33-19b7-41de-8b42-4b6c1f8c4694" providerId="AD" clId="Web-{00000000-0000-0000-0000-000000000000}" dt="2026-09-22T17:16:27.614" v="194" actId="1076"/>
          <ac:cxnSpMkLst>
            <pc:docMk/>
            <pc:sldMk cId="3700530240" sldId="260"/>
            <ac:cxnSpMk id="32" creationId="{2AEEA5EF-B0B6-FFF5-ADCB-78EDBE27994D}"/>
          </ac:cxnSpMkLst>
        </pc:cxnChg>
        <pc:cxnChg chg="mod">
          <ac:chgData name="Paul ROBIN" userId="S::paul.robin_inrae.fr#ext#@cragx.onmicrosoft.com::7f679a33-19b7-41de-8b42-4b6c1f8c4694" providerId="AD" clId="Web-{00000000-0000-0000-0000-000000000000}" dt="2026-09-22T17:16:27.646" v="196" actId="1076"/>
          <ac:cxnSpMkLst>
            <pc:docMk/>
            <pc:sldMk cId="3700530240" sldId="260"/>
            <ac:cxnSpMk id="33" creationId="{B23EC4C6-D47F-FCBF-553F-E540AA676905}"/>
          </ac:cxnSpMkLst>
        </pc:cxnChg>
        <pc:cxnChg chg="mod">
          <ac:chgData name="Paul ROBIN" userId="S::paul.robin_inrae.fr#ext#@cragx.onmicrosoft.com::7f679a33-19b7-41de-8b42-4b6c1f8c4694" providerId="AD" clId="Web-{00000000-0000-0000-0000-000000000000}" dt="2026-09-22T17:16:55.209" v="209" actId="14100"/>
          <ac:cxnSpMkLst>
            <pc:docMk/>
            <pc:sldMk cId="3700530240" sldId="260"/>
            <ac:cxnSpMk id="34" creationId="{D26B004D-4985-D9AD-A69A-DE25CC5A7461}"/>
          </ac:cxnSpMkLst>
        </pc:cxnChg>
      </pc:sldChg>
      <pc:sldChg chg="addSp modSp">
        <pc:chgData name="Paul ROBIN" userId="S::paul.robin_inrae.fr#ext#@cragx.onmicrosoft.com::7f679a33-19b7-41de-8b42-4b6c1f8c4694" providerId="AD" clId="Web-{00000000-0000-0000-0000-000000000000}" dt="2026-09-22T17:56:47.596" v="367" actId="1076"/>
        <pc:sldMkLst>
          <pc:docMk/>
          <pc:sldMk cId="2828772778" sldId="261"/>
        </pc:sldMkLst>
        <pc:spChg chg="mod">
          <ac:chgData name="Paul ROBIN" userId="S::paul.robin_inrae.fr#ext#@cragx.onmicrosoft.com::7f679a33-19b7-41de-8b42-4b6c1f8c4694" providerId="AD" clId="Web-{00000000-0000-0000-0000-000000000000}" dt="2026-09-22T17:31:07.698" v="293" actId="20577"/>
          <ac:spMkLst>
            <pc:docMk/>
            <pc:sldMk cId="2828772778" sldId="261"/>
            <ac:spMk id="4" creationId="{07F9F644-BFD8-4D65-B0CC-89DE4BD459E0}"/>
          </ac:spMkLst>
        </pc:spChg>
        <pc:spChg chg="mod">
          <ac:chgData name="Paul ROBIN" userId="S::paul.robin_inrae.fr#ext#@cragx.onmicrosoft.com::7f679a33-19b7-41de-8b42-4b6c1f8c4694" providerId="AD" clId="Web-{00000000-0000-0000-0000-000000000000}" dt="2026-09-22T17:54:51.905" v="348" actId="1076"/>
          <ac:spMkLst>
            <pc:docMk/>
            <pc:sldMk cId="2828772778" sldId="261"/>
            <ac:spMk id="6" creationId="{D875C35D-886F-FC49-8628-60CCC9457E08}"/>
          </ac:spMkLst>
        </pc:spChg>
        <pc:spChg chg="mod">
          <ac:chgData name="Paul ROBIN" userId="S::paul.robin_inrae.fr#ext#@cragx.onmicrosoft.com::7f679a33-19b7-41de-8b42-4b6c1f8c4694" providerId="AD" clId="Web-{00000000-0000-0000-0000-000000000000}" dt="2026-09-22T17:54:33.154" v="346" actId="14100"/>
          <ac:spMkLst>
            <pc:docMk/>
            <pc:sldMk cId="2828772778" sldId="261"/>
            <ac:spMk id="11" creationId="{63A70255-9A00-41ED-B9CA-3045765092C7}"/>
          </ac:spMkLst>
        </pc:spChg>
        <pc:spChg chg="mod">
          <ac:chgData name="Paul ROBIN" userId="S::paul.robin_inrae.fr#ext#@cragx.onmicrosoft.com::7f679a33-19b7-41de-8b42-4b6c1f8c4694" providerId="AD" clId="Web-{00000000-0000-0000-0000-000000000000}" dt="2026-09-22T17:56:47.596" v="367" actId="1076"/>
          <ac:spMkLst>
            <pc:docMk/>
            <pc:sldMk cId="2828772778" sldId="261"/>
            <ac:spMk id="12" creationId="{4A3D7996-483A-4D78-8535-17A3091416E6}"/>
          </ac:spMkLst>
        </pc:spChg>
        <pc:spChg chg="mod">
          <ac:chgData name="Paul ROBIN" userId="S::paul.robin_inrae.fr#ext#@cragx.onmicrosoft.com::7f679a33-19b7-41de-8b42-4b6c1f8c4694" providerId="AD" clId="Web-{00000000-0000-0000-0000-000000000000}" dt="2026-09-22T17:17:55.790" v="231" actId="20577"/>
          <ac:spMkLst>
            <pc:docMk/>
            <pc:sldMk cId="2828772778" sldId="261"/>
            <ac:spMk id="24" creationId="{236203D3-F15E-4397-AB39-579571DD69BC}"/>
          </ac:spMkLst>
        </pc:spChg>
        <pc:picChg chg="add mod">
          <ac:chgData name="Paul ROBIN" userId="S::paul.robin_inrae.fr#ext#@cragx.onmicrosoft.com::7f679a33-19b7-41de-8b42-4b6c1f8c4694" providerId="AD" clId="Web-{00000000-0000-0000-0000-000000000000}" dt="2026-09-22T17:56:01.048" v="353" actId="1076"/>
          <ac:picMkLst>
            <pc:docMk/>
            <pc:sldMk cId="2828772778" sldId="261"/>
            <ac:picMk id="2" creationId="{FF83FECE-0322-DCB3-5412-4A6CDA40A1DF}"/>
          </ac:picMkLst>
        </pc:picChg>
      </pc:sldChg>
      <pc:sldChg chg="modSp">
        <pc:chgData name="Paul ROBIN" userId="S::paul.robin_inrae.fr#ext#@cragx.onmicrosoft.com::7f679a33-19b7-41de-8b42-4b6c1f8c4694" providerId="AD" clId="Web-{00000000-0000-0000-0000-000000000000}" dt="2026-09-22T17:31:50.450" v="301" actId="20577"/>
        <pc:sldMkLst>
          <pc:docMk/>
          <pc:sldMk cId="593255309" sldId="263"/>
        </pc:sldMkLst>
        <pc:spChg chg="mod">
          <ac:chgData name="Paul ROBIN" userId="S::paul.robin_inrae.fr#ext#@cragx.onmicrosoft.com::7f679a33-19b7-41de-8b42-4b6c1f8c4694" providerId="AD" clId="Web-{00000000-0000-0000-0000-000000000000}" dt="2026-09-22T17:31:50.450" v="301" actId="20577"/>
          <ac:spMkLst>
            <pc:docMk/>
            <pc:sldMk cId="593255309" sldId="263"/>
            <ac:spMk id="11" creationId="{BF421660-E234-4CE9-9D25-42465000B681}"/>
          </ac:spMkLst>
        </pc:spChg>
      </pc:sldChg>
      <pc:sldChg chg="modSp">
        <pc:chgData name="Paul ROBIN" userId="S::paul.robin_inrae.fr#ext#@cragx.onmicrosoft.com::7f679a33-19b7-41de-8b42-4b6c1f8c4694" providerId="AD" clId="Web-{00000000-0000-0000-0000-000000000000}" dt="2026-09-22T17:32:01.857" v="303" actId="20577"/>
        <pc:sldMkLst>
          <pc:docMk/>
          <pc:sldMk cId="496928757" sldId="264"/>
        </pc:sldMkLst>
        <pc:spChg chg="mod">
          <ac:chgData name="Paul ROBIN" userId="S::paul.robin_inrae.fr#ext#@cragx.onmicrosoft.com::7f679a33-19b7-41de-8b42-4b6c1f8c4694" providerId="AD" clId="Web-{00000000-0000-0000-0000-000000000000}" dt="2026-09-22T17:32:01.857" v="303" actId="20577"/>
          <ac:spMkLst>
            <pc:docMk/>
            <pc:sldMk cId="496928757" sldId="264"/>
            <ac:spMk id="11" creationId="{BF421660-E234-4CE9-9D25-42465000B681}"/>
          </ac:spMkLst>
        </pc:spChg>
      </pc:sldChg>
      <pc:sldChg chg="modSp">
        <pc:chgData name="Paul ROBIN" userId="S::paul.robin_inrae.fr#ext#@cragx.onmicrosoft.com::7f679a33-19b7-41de-8b42-4b6c1f8c4694" providerId="AD" clId="Web-{00000000-0000-0000-0000-000000000000}" dt="2026-09-22T17:32:33.359" v="307" actId="20577"/>
        <pc:sldMkLst>
          <pc:docMk/>
          <pc:sldMk cId="1477947373" sldId="266"/>
        </pc:sldMkLst>
        <pc:spChg chg="mod">
          <ac:chgData name="Paul ROBIN" userId="S::paul.robin_inrae.fr#ext#@cragx.onmicrosoft.com::7f679a33-19b7-41de-8b42-4b6c1f8c4694" providerId="AD" clId="Web-{00000000-0000-0000-0000-000000000000}" dt="2026-09-22T17:32:33.359" v="307" actId="20577"/>
          <ac:spMkLst>
            <pc:docMk/>
            <pc:sldMk cId="1477947373" sldId="266"/>
            <ac:spMk id="11" creationId="{BF421660-E234-4CE9-9D25-42465000B681}"/>
          </ac:spMkLst>
        </pc:spChg>
      </pc:sldChg>
      <pc:sldChg chg="addSp modSp addAnim modAnim">
        <pc:chgData name="Paul ROBIN" userId="S::paul.robin_inrae.fr#ext#@cragx.onmicrosoft.com::7f679a33-19b7-41de-8b42-4b6c1f8c4694" providerId="AD" clId="Web-{00000000-0000-0000-0000-000000000000}" dt="2026-09-22T18:09:17.698" v="471" actId="14100"/>
        <pc:sldMkLst>
          <pc:docMk/>
          <pc:sldMk cId="2924892106" sldId="267"/>
        </pc:sldMkLst>
        <pc:spChg chg="mod">
          <ac:chgData name="Paul ROBIN" userId="S::paul.robin_inrae.fr#ext#@cragx.onmicrosoft.com::7f679a33-19b7-41de-8b42-4b6c1f8c4694" providerId="AD" clId="Web-{00000000-0000-0000-0000-000000000000}" dt="2026-09-22T18:02:47.827" v="413"/>
          <ac:spMkLst>
            <pc:docMk/>
            <pc:sldMk cId="2924892106" sldId="267"/>
            <ac:spMk id="4" creationId="{0D16CDCE-D2FE-4467-99A6-55BC58433546}"/>
          </ac:spMkLst>
        </pc:spChg>
        <pc:spChg chg="add mod">
          <ac:chgData name="Paul ROBIN" userId="S::paul.robin_inrae.fr#ext#@cragx.onmicrosoft.com::7f679a33-19b7-41de-8b42-4b6c1f8c4694" providerId="AD" clId="Web-{00000000-0000-0000-0000-000000000000}" dt="2026-09-22T18:04:46.487" v="425" actId="14100"/>
          <ac:spMkLst>
            <pc:docMk/>
            <pc:sldMk cId="2924892106" sldId="267"/>
            <ac:spMk id="6" creationId="{FE07F491-CF8F-C633-63B5-C74EE6FCDC43}"/>
          </ac:spMkLst>
        </pc:spChg>
        <pc:spChg chg="add mod">
          <ac:chgData name="Paul ROBIN" userId="S::paul.robin_inrae.fr#ext#@cragx.onmicrosoft.com::7f679a33-19b7-41de-8b42-4b6c1f8c4694" providerId="AD" clId="Web-{00000000-0000-0000-0000-000000000000}" dt="2026-09-22T18:07:26.382" v="467" actId="1076"/>
          <ac:spMkLst>
            <pc:docMk/>
            <pc:sldMk cId="2924892106" sldId="267"/>
            <ac:spMk id="7" creationId="{35CAD925-8FAB-6C34-0886-103A6AAA52E9}"/>
          </ac:spMkLst>
        </pc:spChg>
        <pc:spChg chg="mod">
          <ac:chgData name="Paul ROBIN" userId="S::paul.robin_inrae.fr#ext#@cragx.onmicrosoft.com::7f679a33-19b7-41de-8b42-4b6c1f8c4694" providerId="AD" clId="Web-{00000000-0000-0000-0000-000000000000}" dt="2026-09-22T18:09:17.698" v="471" actId="14100"/>
          <ac:spMkLst>
            <pc:docMk/>
            <pc:sldMk cId="2924892106" sldId="267"/>
            <ac:spMk id="9" creationId="{92E30267-848D-44EB-84F3-50BE2A9ACB98}"/>
          </ac:spMkLst>
        </pc:spChg>
        <pc:spChg chg="mod">
          <ac:chgData name="Paul ROBIN" userId="S::paul.robin_inrae.fr#ext#@cragx.onmicrosoft.com::7f679a33-19b7-41de-8b42-4b6c1f8c4694" providerId="AD" clId="Web-{00000000-0000-0000-0000-000000000000}" dt="2026-09-22T17:32:27.187" v="305" actId="20577"/>
          <ac:spMkLst>
            <pc:docMk/>
            <pc:sldMk cId="2924892106" sldId="267"/>
            <ac:spMk id="11" creationId="{BF421660-E234-4CE9-9D25-42465000B681}"/>
          </ac:spMkLst>
        </pc:spChg>
        <pc:spChg chg="mod">
          <ac:chgData name="Paul ROBIN" userId="S::paul.robin_inrae.fr#ext#@cragx.onmicrosoft.com::7f679a33-19b7-41de-8b42-4b6c1f8c4694" providerId="AD" clId="Web-{00000000-0000-0000-0000-000000000000}" dt="2026-09-22T18:00:46.698" v="400" actId="1076"/>
          <ac:spMkLst>
            <pc:docMk/>
            <pc:sldMk cId="2924892106" sldId="267"/>
            <ac:spMk id="13" creationId="{9213A3CF-4C67-4333-8F2D-DDAC52ED6A82}"/>
          </ac:spMkLst>
        </pc:spChg>
        <pc:picChg chg="mod">
          <ac:chgData name="Paul ROBIN" userId="S::paul.robin_inrae.fr#ext#@cragx.onmicrosoft.com::7f679a33-19b7-41de-8b42-4b6c1f8c4694" providerId="AD" clId="Web-{00000000-0000-0000-0000-000000000000}" dt="2026-09-22T18:01:54.106" v="407" actId="14100"/>
          <ac:picMkLst>
            <pc:docMk/>
            <pc:sldMk cId="2924892106" sldId="267"/>
            <ac:picMk id="3" creationId="{2C318887-47A6-49B0-A480-F6356626FAA4}"/>
          </ac:picMkLst>
        </pc:picChg>
        <pc:picChg chg="mod">
          <ac:chgData name="Paul ROBIN" userId="S::paul.robin_inrae.fr#ext#@cragx.onmicrosoft.com::7f679a33-19b7-41de-8b42-4b6c1f8c4694" providerId="AD" clId="Web-{00000000-0000-0000-0000-000000000000}" dt="2026-09-22T18:02:12.107" v="409" actId="1076"/>
          <ac:picMkLst>
            <pc:docMk/>
            <pc:sldMk cId="2924892106" sldId="267"/>
            <ac:picMk id="17" creationId="{9FACDD9C-6DF9-4AC3-996F-EC15097250E0}"/>
          </ac:picMkLst>
        </pc:picChg>
      </pc:sldChg>
      <pc:sldChg chg="modSp">
        <pc:chgData name="Paul ROBIN" userId="S::paul.robin_inrae.fr#ext#@cragx.onmicrosoft.com::7f679a33-19b7-41de-8b42-4b6c1f8c4694" providerId="AD" clId="Web-{00000000-0000-0000-0000-000000000000}" dt="2026-09-22T17:29:07.284" v="288" actId="1076"/>
        <pc:sldMkLst>
          <pc:docMk/>
          <pc:sldMk cId="1183023497" sldId="268"/>
        </pc:sldMkLst>
        <pc:spChg chg="mod">
          <ac:chgData name="Paul ROBIN" userId="S::paul.robin_inrae.fr#ext#@cragx.onmicrosoft.com::7f679a33-19b7-41de-8b42-4b6c1f8c4694" providerId="AD" clId="Web-{00000000-0000-0000-0000-000000000000}" dt="2026-09-22T17:29:07.268" v="287" actId="1076"/>
          <ac:spMkLst>
            <pc:docMk/>
            <pc:sldMk cId="1183023497" sldId="268"/>
            <ac:spMk id="14" creationId="{908845F4-EC0A-AE30-ED1E-264265C28D3B}"/>
          </ac:spMkLst>
        </pc:spChg>
        <pc:spChg chg="mod">
          <ac:chgData name="Paul ROBIN" userId="S::paul.robin_inrae.fr#ext#@cragx.onmicrosoft.com::7f679a33-19b7-41de-8b42-4b6c1f8c4694" providerId="AD" clId="Web-{00000000-0000-0000-0000-000000000000}" dt="2026-09-22T17:29:07.284" v="288" actId="1076"/>
          <ac:spMkLst>
            <pc:docMk/>
            <pc:sldMk cId="1183023497" sldId="268"/>
            <ac:spMk id="17" creationId="{CA2BD0B8-7AE6-77BB-1472-35948E9B5950}"/>
          </ac:spMkLst>
        </pc:spChg>
        <pc:picChg chg="mod">
          <ac:chgData name="Paul ROBIN" userId="S::paul.robin_inrae.fr#ext#@cragx.onmicrosoft.com::7f679a33-19b7-41de-8b42-4b6c1f8c4694" providerId="AD" clId="Web-{00000000-0000-0000-0000-000000000000}" dt="2026-09-22T17:29:07.253" v="286" actId="1076"/>
          <ac:picMkLst>
            <pc:docMk/>
            <pc:sldMk cId="1183023497" sldId="268"/>
            <ac:picMk id="13" creationId="{80B333E8-348E-40B1-BFC2-05C5687BC29C}"/>
          </ac:picMkLst>
        </pc:picChg>
      </pc:sldChg>
      <pc:sldChg chg="del">
        <pc:chgData name="Paul ROBIN" userId="S::paul.robin_inrae.fr#ext#@cragx.onmicrosoft.com::7f679a33-19b7-41de-8b42-4b6c1f8c4694" providerId="AD" clId="Web-{00000000-0000-0000-0000-000000000000}" dt="2026-09-22T17:08:11.453" v="42"/>
        <pc:sldMkLst>
          <pc:docMk/>
          <pc:sldMk cId="2879553840" sldId="269"/>
        </pc:sldMkLst>
      </pc:sldChg>
      <pc:sldChg chg="modSp">
        <pc:chgData name="Paul ROBIN" userId="S::paul.robin_inrae.fr#ext#@cragx.onmicrosoft.com::7f679a33-19b7-41de-8b42-4b6c1f8c4694" providerId="AD" clId="Web-{00000000-0000-0000-0000-000000000000}" dt="2026-09-22T17:31:44.372" v="299" actId="20577"/>
        <pc:sldMkLst>
          <pc:docMk/>
          <pc:sldMk cId="3536360384" sldId="301"/>
        </pc:sldMkLst>
        <pc:spChg chg="mod">
          <ac:chgData name="Paul ROBIN" userId="S::paul.robin_inrae.fr#ext#@cragx.onmicrosoft.com::7f679a33-19b7-41de-8b42-4b6c1f8c4694" providerId="AD" clId="Web-{00000000-0000-0000-0000-000000000000}" dt="2026-09-22T17:31:44.372" v="299" actId="20577"/>
          <ac:spMkLst>
            <pc:docMk/>
            <pc:sldMk cId="3536360384" sldId="301"/>
            <ac:spMk id="11" creationId="{38D55465-A5D6-7447-A0E6-E98D1A4D0401}"/>
          </ac:spMkLst>
        </pc:spChg>
      </pc:sldChg>
      <pc:sldChg chg="addSp modSp">
        <pc:chgData name="Paul ROBIN" userId="S::paul.robin_inrae.fr#ext#@cragx.onmicrosoft.com::7f679a33-19b7-41de-8b42-4b6c1f8c4694" providerId="AD" clId="Web-{00000000-0000-0000-0000-000000000000}" dt="2026-09-22T17:58:59.460" v="387" actId="1076"/>
        <pc:sldMkLst>
          <pc:docMk/>
          <pc:sldMk cId="821577625" sldId="302"/>
        </pc:sldMkLst>
        <pc:spChg chg="add mod">
          <ac:chgData name="Paul ROBIN" userId="S::paul.robin_inrae.fr#ext#@cragx.onmicrosoft.com::7f679a33-19b7-41de-8b42-4b6c1f8c4694" providerId="AD" clId="Web-{00000000-0000-0000-0000-000000000000}" dt="2026-09-22T17:58:59.460" v="387" actId="1076"/>
          <ac:spMkLst>
            <pc:docMk/>
            <pc:sldMk cId="821577625" sldId="302"/>
            <ac:spMk id="2" creationId="{F7826E93-ECEB-5996-2F06-6267D9611425}"/>
          </ac:spMkLst>
        </pc:spChg>
        <pc:spChg chg="mod">
          <ac:chgData name="Paul ROBIN" userId="S::paul.robin_inrae.fr#ext#@cragx.onmicrosoft.com::7f679a33-19b7-41de-8b42-4b6c1f8c4694" providerId="AD" clId="Web-{00000000-0000-0000-0000-000000000000}" dt="2026-09-22T17:33:44.847" v="317" actId="20577"/>
          <ac:spMkLst>
            <pc:docMk/>
            <pc:sldMk cId="821577625" sldId="302"/>
            <ac:spMk id="4" creationId="{7331B7F3-9E17-341F-003F-B2C4C4FF514A}"/>
          </ac:spMkLst>
        </pc:spChg>
        <pc:spChg chg="mod">
          <ac:chgData name="Paul ROBIN" userId="S::paul.robin_inrae.fr#ext#@cragx.onmicrosoft.com::7f679a33-19b7-41de-8b42-4b6c1f8c4694" providerId="AD" clId="Web-{00000000-0000-0000-0000-000000000000}" dt="2026-09-22T17:27:34.777" v="273" actId="1076"/>
          <ac:spMkLst>
            <pc:docMk/>
            <pc:sldMk cId="821577625" sldId="302"/>
            <ac:spMk id="11" creationId="{810D8623-B892-5736-F868-DA3E2C681612}"/>
          </ac:spMkLst>
        </pc:spChg>
        <pc:spChg chg="mod">
          <ac:chgData name="Paul ROBIN" userId="S::paul.robin_inrae.fr#ext#@cragx.onmicrosoft.com::7f679a33-19b7-41de-8b42-4b6c1f8c4694" providerId="AD" clId="Web-{00000000-0000-0000-0000-000000000000}" dt="2026-09-22T17:58:59.444" v="386" actId="1076"/>
          <ac:spMkLst>
            <pc:docMk/>
            <pc:sldMk cId="821577625" sldId="302"/>
            <ac:spMk id="12" creationId="{946F66ED-11EA-1EC8-DC68-7A5322539191}"/>
          </ac:spMkLst>
        </pc:spChg>
        <pc:spChg chg="mod">
          <ac:chgData name="Paul ROBIN" userId="S::paul.robin_inrae.fr#ext#@cragx.onmicrosoft.com::7f679a33-19b7-41de-8b42-4b6c1f8c4694" providerId="AD" clId="Web-{00000000-0000-0000-0000-000000000000}" dt="2026-09-22T17:27:29.589" v="272" actId="20577"/>
          <ac:spMkLst>
            <pc:docMk/>
            <pc:sldMk cId="821577625" sldId="302"/>
            <ac:spMk id="24" creationId="{62ABD2EF-E0F3-2859-D102-EF65FC33F2B5}"/>
          </ac:spMkLst>
        </pc:spChg>
      </pc:sldChg>
      <pc:sldChg chg="addSp delSp modSp add delAnim">
        <pc:chgData name="Paul ROBIN" userId="S::paul.robin_inrae.fr#ext#@cragx.onmicrosoft.com::7f679a33-19b7-41de-8b42-4b6c1f8c4694" providerId="AD" clId="Web-{00000000-0000-0000-0000-000000000000}" dt="2026-09-22T17:07:53.029" v="41" actId="20577"/>
        <pc:sldMkLst>
          <pc:docMk/>
          <pc:sldMk cId="1675972426" sldId="303"/>
        </pc:sldMkLst>
        <pc:spChg chg="add mod">
          <ac:chgData name="Paul ROBIN" userId="S::paul.robin_inrae.fr#ext#@cragx.onmicrosoft.com::7f679a33-19b7-41de-8b42-4b6c1f8c4694" providerId="AD" clId="Web-{00000000-0000-0000-0000-000000000000}" dt="2026-09-22T17:07:27.166" v="40" actId="20577"/>
          <ac:spMkLst>
            <pc:docMk/>
            <pc:sldMk cId="1675972426" sldId="303"/>
            <ac:spMk id="4" creationId="{7C4B1818-1AD9-90C5-E7EE-142EA80075A7}"/>
          </ac:spMkLst>
        </pc:spChg>
        <pc:spChg chg="add mod">
          <ac:chgData name="Paul ROBIN" userId="S::paul.robin_inrae.fr#ext#@cragx.onmicrosoft.com::7f679a33-19b7-41de-8b42-4b6c1f8c4694" providerId="AD" clId="Web-{00000000-0000-0000-0000-000000000000}" dt="2026-09-22T17:07:53.029" v="41" actId="20577"/>
          <ac:spMkLst>
            <pc:docMk/>
            <pc:sldMk cId="1675972426" sldId="303"/>
            <ac:spMk id="6" creationId="{BD5394A9-9325-7321-9649-76EFCEED94DD}"/>
          </ac:spMkLst>
        </pc:spChg>
        <pc:picChg chg="add mod">
          <ac:chgData name="Paul ROBIN" userId="S::paul.robin_inrae.fr#ext#@cragx.onmicrosoft.com::7f679a33-19b7-41de-8b42-4b6c1f8c4694" providerId="AD" clId="Web-{00000000-0000-0000-0000-000000000000}" dt="2026-09-22T17:03:36.847" v="9" actId="1076"/>
          <ac:picMkLst>
            <pc:docMk/>
            <pc:sldMk cId="1675972426" sldId="303"/>
            <ac:picMk id="2" creationId="{74EBDF43-DC27-B8D9-3D3C-0704940C7258}"/>
          </ac:picMkLst>
        </pc:picChg>
        <pc:picChg chg="add del mod">
          <ac:chgData name="Paul ROBIN" userId="S::paul.robin_inrae.fr#ext#@cragx.onmicrosoft.com::7f679a33-19b7-41de-8b42-4b6c1f8c4694" providerId="AD" clId="Web-{00000000-0000-0000-0000-000000000000}" dt="2026-09-22T17:04:12.379" v="12"/>
          <ac:picMkLst>
            <pc:docMk/>
            <pc:sldMk cId="1675972426" sldId="303"/>
            <ac:picMk id="3" creationId="{074E5D60-9D6F-DB83-6E8D-DD10C4735A55}"/>
          </ac:picMkLst>
        </pc:picChg>
        <pc:picChg chg="del">
          <ac:chgData name="Paul ROBIN" userId="S::paul.robin_inrae.fr#ext#@cragx.onmicrosoft.com::7f679a33-19b7-41de-8b42-4b6c1f8c4694" providerId="AD" clId="Web-{00000000-0000-0000-0000-000000000000}" dt="2026-09-22T17:02:24.875" v="3"/>
          <ac:picMkLst>
            <pc:docMk/>
            <pc:sldMk cId="1675972426" sldId="303"/>
            <ac:picMk id="5" creationId="{D1F5BE20-FB16-4B64-B831-6B8B6EAD08CA}"/>
          </ac:picMkLst>
        </pc:picChg>
        <pc:picChg chg="del">
          <ac:chgData name="Paul ROBIN" userId="S::paul.robin_inrae.fr#ext#@cragx.onmicrosoft.com::7f679a33-19b7-41de-8b42-4b6c1f8c4694" providerId="AD" clId="Web-{00000000-0000-0000-0000-000000000000}" dt="2026-09-22T17:02:53.017" v="5"/>
          <ac:picMkLst>
            <pc:docMk/>
            <pc:sldMk cId="1675972426" sldId="303"/>
            <ac:picMk id="7" creationId="{9F659EC0-229E-4AB5-A56F-CD529F0EB498}"/>
          </ac:picMkLst>
        </pc:picChg>
        <pc:picChg chg="del">
          <ac:chgData name="Paul ROBIN" userId="S::paul.robin_inrae.fr#ext#@cragx.onmicrosoft.com::7f679a33-19b7-41de-8b42-4b6c1f8c4694" providerId="AD" clId="Web-{00000000-0000-0000-0000-000000000000}" dt="2026-09-22T17:02:35.063" v="4"/>
          <ac:picMkLst>
            <pc:docMk/>
            <pc:sldMk cId="1675972426" sldId="303"/>
            <ac:picMk id="13" creationId="{1E39C9EC-95B8-41E8-89C6-803FB0B26D20}"/>
          </ac:picMkLst>
        </pc:picChg>
      </pc:sldChg>
      <pc:sldChg chg="new del">
        <pc:chgData name="Paul ROBIN" userId="S::paul.robin_inrae.fr#ext#@cragx.onmicrosoft.com::7f679a33-19b7-41de-8b42-4b6c1f8c4694" providerId="AD" clId="Web-{00000000-0000-0000-0000-000000000000}" dt="2026-09-22T17:01:56.858" v="1"/>
        <pc:sldMkLst>
          <pc:docMk/>
          <pc:sldMk cId="3699955880" sldId="303"/>
        </pc:sldMkLst>
      </pc:sldChg>
    </pc:docChg>
  </pc:docChgLst>
  <pc:docChgLst>
    <pc:chgData name="Robin POURCEL" userId="S::robin.pourcel_cirad.fr#ext#@cragx.onmicrosoft.com::16908c1b-1d63-430e-9202-cb45ba71abd6" providerId="AD" clId="Web-{DBF5F336-D0EE-3FF5-E0EF-8BB562E10BF5}"/>
    <pc:docChg chg="modSld">
      <pc:chgData name="Robin POURCEL" userId="S::robin.pourcel_cirad.fr#ext#@cragx.onmicrosoft.com::16908c1b-1d63-430e-9202-cb45ba71abd6" providerId="AD" clId="Web-{DBF5F336-D0EE-3FF5-E0EF-8BB562E10BF5}" dt="2026-09-22T17:34:19.545" v="9"/>
      <pc:docMkLst>
        <pc:docMk/>
      </pc:docMkLst>
      <pc:sldChg chg="modSp addAnim delAnim modAnim">
        <pc:chgData name="Robin POURCEL" userId="S::robin.pourcel_cirad.fr#ext#@cragx.onmicrosoft.com::16908c1b-1d63-430e-9202-cb45ba71abd6" providerId="AD" clId="Web-{DBF5F336-D0EE-3FF5-E0EF-8BB562E10BF5}" dt="2026-09-22T17:34:19.545" v="9"/>
        <pc:sldMkLst>
          <pc:docMk/>
          <pc:sldMk cId="927347766" sldId="270"/>
        </pc:sldMkLst>
        <pc:picChg chg="mod ord">
          <ac:chgData name="Robin POURCEL" userId="S::robin.pourcel_cirad.fr#ext#@cragx.onmicrosoft.com::16908c1b-1d63-430e-9202-cb45ba71abd6" providerId="AD" clId="Web-{DBF5F336-D0EE-3FF5-E0EF-8BB562E10BF5}" dt="2026-09-22T17:34:07.857" v="6"/>
          <ac:picMkLst>
            <pc:docMk/>
            <pc:sldMk cId="927347766" sldId="270"/>
            <ac:picMk id="3" creationId="{4BD58B08-64C0-FA01-F74E-4CD193E9D65C}"/>
          </ac:picMkLst>
        </pc:picChg>
      </pc:sldChg>
    </pc:docChg>
  </pc:docChgLst>
  <pc:docChgLst>
    <pc:chgData name="Robin POURCEL" userId="S::robin.pourcel_cirad.fr#ext#@cragx.onmicrosoft.com::16908c1b-1d63-430e-9202-cb45ba71abd6" providerId="AD" clId="Web-{3DD7B8F7-5C10-5A95-3380-1C836D44C4DD}"/>
    <pc:docChg chg="modSld">
      <pc:chgData name="Robin POURCEL" userId="S::robin.pourcel_cirad.fr#ext#@cragx.onmicrosoft.com::16908c1b-1d63-430e-9202-cb45ba71abd6" providerId="AD" clId="Web-{3DD7B8F7-5C10-5A95-3380-1C836D44C4DD}" dt="2026-09-17T08:01:35.177" v="0" actId="20577"/>
      <pc:docMkLst>
        <pc:docMk/>
      </pc:docMkLst>
      <pc:sldChg chg="modSp">
        <pc:chgData name="Robin POURCEL" userId="S::robin.pourcel_cirad.fr#ext#@cragx.onmicrosoft.com::16908c1b-1d63-430e-9202-cb45ba71abd6" providerId="AD" clId="Web-{3DD7B8F7-5C10-5A95-3380-1C836D44C4DD}" dt="2026-09-17T08:01:35.177" v="0" actId="20577"/>
        <pc:sldMkLst>
          <pc:docMk/>
          <pc:sldMk cId="496928757" sldId="264"/>
        </pc:sldMkLst>
        <pc:spChg chg="mod">
          <ac:chgData name="Robin POURCEL" userId="S::robin.pourcel_cirad.fr#ext#@cragx.onmicrosoft.com::16908c1b-1d63-430e-9202-cb45ba71abd6" providerId="AD" clId="Web-{3DD7B8F7-5C10-5A95-3380-1C836D44C4DD}" dt="2026-09-17T08:01:35.177" v="0" actId="20577"/>
          <ac:spMkLst>
            <pc:docMk/>
            <pc:sldMk cId="496928757" sldId="264"/>
            <ac:spMk id="13" creationId="{CCD1F384-E3F5-4DF5-A929-099C21F6E123}"/>
          </ac:spMkLst>
        </pc:spChg>
      </pc:sldChg>
    </pc:docChg>
  </pc:docChgLst>
  <pc:docChgLst>
    <pc:chgData name="Robin POURCEL" userId="S::robin.pourcel_cirad.fr#ext#@cragx.onmicrosoft.com::16908c1b-1d63-430e-9202-cb45ba71abd6" providerId="AD" clId="Web-{E857F327-397E-F2BB-7B2F-7B16515C70CE}"/>
    <pc:docChg chg="modSld">
      <pc:chgData name="Robin POURCEL" userId="S::robin.pourcel_cirad.fr#ext#@cragx.onmicrosoft.com::16908c1b-1d63-430e-9202-cb45ba71abd6" providerId="AD" clId="Web-{E857F327-397E-F2BB-7B2F-7B16515C70CE}" dt="2026-09-22T15:51:33.049" v="36"/>
      <pc:docMkLst>
        <pc:docMk/>
      </pc:docMkLst>
      <pc:sldChg chg="addSp delSp modSp addAnim delAnim modAnim">
        <pc:chgData name="Robin POURCEL" userId="S::robin.pourcel_cirad.fr#ext#@cragx.onmicrosoft.com::16908c1b-1d63-430e-9202-cb45ba71abd6" providerId="AD" clId="Web-{E857F327-397E-F2BB-7B2F-7B16515C70CE}" dt="2026-09-22T15:51:33.049" v="36"/>
        <pc:sldMkLst>
          <pc:docMk/>
          <pc:sldMk cId="927347766" sldId="270"/>
        </pc:sldMkLst>
        <pc:picChg chg="add mod ord">
          <ac:chgData name="Robin POURCEL" userId="S::robin.pourcel_cirad.fr#ext#@cragx.onmicrosoft.com::16908c1b-1d63-430e-9202-cb45ba71abd6" providerId="AD" clId="Web-{E857F327-397E-F2BB-7B2F-7B16515C70CE}" dt="2026-09-22T15:51:14.580" v="33"/>
          <ac:picMkLst>
            <pc:docMk/>
            <pc:sldMk cId="927347766" sldId="270"/>
            <ac:picMk id="2" creationId="{2BDE84E6-718E-23E4-55E1-139DCD7C3F9A}"/>
          </ac:picMkLst>
        </pc:picChg>
        <pc:picChg chg="add mod ord">
          <ac:chgData name="Robin POURCEL" userId="S::robin.pourcel_cirad.fr#ext#@cragx.onmicrosoft.com::16908c1b-1d63-430e-9202-cb45ba71abd6" providerId="AD" clId="Web-{E857F327-397E-F2BB-7B2F-7B16515C70CE}" dt="2026-09-22T15:50:15.422" v="21"/>
          <ac:picMkLst>
            <pc:docMk/>
            <pc:sldMk cId="927347766" sldId="270"/>
            <ac:picMk id="3" creationId="{4BD58B08-64C0-FA01-F74E-4CD193E9D65C}"/>
          </ac:picMkLst>
        </pc:picChg>
        <pc:picChg chg="del mod">
          <ac:chgData name="Robin POURCEL" userId="S::robin.pourcel_cirad.fr#ext#@cragx.onmicrosoft.com::16908c1b-1d63-430e-9202-cb45ba71abd6" providerId="AD" clId="Web-{E857F327-397E-F2BB-7B2F-7B16515C70CE}" dt="2026-09-22T15:49:18.357" v="6"/>
          <ac:picMkLst>
            <pc:docMk/>
            <pc:sldMk cId="927347766" sldId="270"/>
            <ac:picMk id="5" creationId="{533D3A1C-F5BF-45C0-857A-A8702CD63FD4}"/>
          </ac:picMkLst>
        </pc:picChg>
        <pc:picChg chg="del mod">
          <ac:chgData name="Robin POURCEL" userId="S::robin.pourcel_cirad.fr#ext#@cragx.onmicrosoft.com::16908c1b-1d63-430e-9202-cb45ba71abd6" providerId="AD" clId="Web-{E857F327-397E-F2BB-7B2F-7B16515C70CE}" dt="2026-09-22T15:49:18.873" v="7"/>
          <ac:picMkLst>
            <pc:docMk/>
            <pc:sldMk cId="927347766" sldId="270"/>
            <ac:picMk id="7" creationId="{0D4E2720-B336-48D1-84D8-280BD2600A7B}"/>
          </ac:picMkLst>
        </pc:picChg>
        <pc:picChg chg="del mod">
          <ac:chgData name="Robin POURCEL" userId="S::robin.pourcel_cirad.fr#ext#@cragx.onmicrosoft.com::16908c1b-1d63-430e-9202-cb45ba71abd6" providerId="AD" clId="Web-{E857F327-397E-F2BB-7B2F-7B16515C70CE}" dt="2026-09-22T15:49:17.529" v="5"/>
          <ac:picMkLst>
            <pc:docMk/>
            <pc:sldMk cId="927347766" sldId="270"/>
            <ac:picMk id="13" creationId="{4AE05F38-8E94-45B1-A307-9CAA6AE6B900}"/>
          </ac:picMkLst>
        </pc:picChg>
      </pc:sldChg>
    </pc:docChg>
  </pc:docChgLst>
  <pc:docChgLst>
    <pc:chgData name="Robin POURCEL" userId="S::robin.pourcel_cirad.fr#ext#@cragx.onmicrosoft.com::16908c1b-1d63-430e-9202-cb45ba71abd6" providerId="AD" clId="Web-{00000000-0000-0000-0000-000000000000}"/>
    <pc:docChg chg="addSld delSld modSld sldOrd">
      <pc:chgData name="Robin POURCEL" userId="S::robin.pourcel_cirad.fr#ext#@cragx.onmicrosoft.com::16908c1b-1d63-430e-9202-cb45ba71abd6" providerId="AD" clId="Web-{00000000-0000-0000-0000-000000000000}" dt="2026-09-22T18:25:05.795" v="855" actId="1076"/>
      <pc:docMkLst>
        <pc:docMk/>
      </pc:docMkLst>
      <pc:sldChg chg="addSp delSp modSp addAnim delAnim modAnim">
        <pc:chgData name="Robin POURCEL" userId="S::robin.pourcel_cirad.fr#ext#@cragx.onmicrosoft.com::16908c1b-1d63-430e-9202-cb45ba71abd6" providerId="AD" clId="Web-{00000000-0000-0000-0000-000000000000}" dt="2026-09-22T18:25:05.795" v="855" actId="1076"/>
        <pc:sldMkLst>
          <pc:docMk/>
          <pc:sldMk cId="3722931401" sldId="257"/>
        </pc:sldMkLst>
        <pc:spChg chg="mod">
          <ac:chgData name="Robin POURCEL" userId="S::robin.pourcel_cirad.fr#ext#@cragx.onmicrosoft.com::16908c1b-1d63-430e-9202-cb45ba71abd6" providerId="AD" clId="Web-{00000000-0000-0000-0000-000000000000}" dt="2026-09-22T16:57:18.348" v="670" actId="20577"/>
          <ac:spMkLst>
            <pc:docMk/>
            <pc:sldMk cId="3722931401" sldId="257"/>
            <ac:spMk id="43" creationId="{E1A58A2E-1A24-4032-9DBF-64E021C5C1C6}"/>
          </ac:spMkLst>
        </pc:spChg>
        <pc:picChg chg="add del mod">
          <ac:chgData name="Robin POURCEL" userId="S::robin.pourcel_cirad.fr#ext#@cragx.onmicrosoft.com::16908c1b-1d63-430e-9202-cb45ba71abd6" providerId="AD" clId="Web-{00000000-0000-0000-0000-000000000000}" dt="2026-09-22T18:24:54.779" v="851"/>
          <ac:picMkLst>
            <pc:docMk/>
            <pc:sldMk cId="3722931401" sldId="257"/>
            <ac:picMk id="2" creationId="{8BC4B71F-6B38-E833-3059-CAE8ECE57112}"/>
          </ac:picMkLst>
        </pc:picChg>
        <pc:picChg chg="add del mod">
          <ac:chgData name="Robin POURCEL" userId="S::robin.pourcel_cirad.fr#ext#@cragx.onmicrosoft.com::16908c1b-1d63-430e-9202-cb45ba71abd6" providerId="AD" clId="Web-{00000000-0000-0000-0000-000000000000}" dt="2026-09-22T18:24:53.278" v="850"/>
          <ac:picMkLst>
            <pc:docMk/>
            <pc:sldMk cId="3722931401" sldId="257"/>
            <ac:picMk id="3" creationId="{C331CB28-7A6D-08A4-4D5D-30D1E33FC884}"/>
          </ac:picMkLst>
        </pc:picChg>
        <pc:picChg chg="add del mod">
          <ac:chgData name="Robin POURCEL" userId="S::robin.pourcel_cirad.fr#ext#@cragx.onmicrosoft.com::16908c1b-1d63-430e-9202-cb45ba71abd6" providerId="AD" clId="Web-{00000000-0000-0000-0000-000000000000}" dt="2026-09-22T18:25:05.795" v="855" actId="1076"/>
          <ac:picMkLst>
            <pc:docMk/>
            <pc:sldMk cId="3722931401" sldId="257"/>
            <ac:picMk id="55" creationId="{15D475CA-C1AE-49C1-95B8-04F5DA0829C7}"/>
          </ac:picMkLst>
        </pc:picChg>
        <pc:picChg chg="mod ord">
          <ac:chgData name="Robin POURCEL" userId="S::robin.pourcel_cirad.fr#ext#@cragx.onmicrosoft.com::16908c1b-1d63-430e-9202-cb45ba71abd6" providerId="AD" clId="Web-{00000000-0000-0000-0000-000000000000}" dt="2026-09-22T18:17:43.936" v="813"/>
          <ac:picMkLst>
            <pc:docMk/>
            <pc:sldMk cId="3722931401" sldId="257"/>
            <ac:picMk id="57" creationId="{4170C677-08BF-44F8-9EDD-D201F99B19A7}"/>
          </ac:picMkLst>
        </pc:picChg>
        <pc:picChg chg="add del mod">
          <ac:chgData name="Robin POURCEL" userId="S::robin.pourcel_cirad.fr#ext#@cragx.onmicrosoft.com::16908c1b-1d63-430e-9202-cb45ba71abd6" providerId="AD" clId="Web-{00000000-0000-0000-0000-000000000000}" dt="2026-09-22T18:25:01.810" v="853" actId="1076"/>
          <ac:picMkLst>
            <pc:docMk/>
            <pc:sldMk cId="3722931401" sldId="257"/>
            <ac:picMk id="63" creationId="{56D00ADE-11F5-406C-9B7B-C8F1803BFEA6}"/>
          </ac:picMkLst>
        </pc:picChg>
      </pc:sldChg>
      <pc:sldChg chg="addSp delSp modSp addAnim delAnim modAnim">
        <pc:chgData name="Robin POURCEL" userId="S::robin.pourcel_cirad.fr#ext#@cragx.onmicrosoft.com::16908c1b-1d63-430e-9202-cb45ba71abd6" providerId="AD" clId="Web-{00000000-0000-0000-0000-000000000000}" dt="2026-09-22T17:28:31.503" v="799"/>
        <pc:sldMkLst>
          <pc:docMk/>
          <pc:sldMk cId="3700530240" sldId="260"/>
        </pc:sldMkLst>
        <pc:spChg chg="add del">
          <ac:chgData name="Robin POURCEL" userId="S::robin.pourcel_cirad.fr#ext#@cragx.onmicrosoft.com::16908c1b-1d63-430e-9202-cb45ba71abd6" providerId="AD" clId="Web-{00000000-0000-0000-0000-000000000000}" dt="2026-09-22T16:20:37.040" v="203"/>
          <ac:spMkLst>
            <pc:docMk/>
            <pc:sldMk cId="3700530240" sldId="260"/>
            <ac:spMk id="2" creationId="{FE92BEEE-14F0-9075-C96E-775951CBB79A}"/>
          </ac:spMkLst>
        </pc:spChg>
        <pc:spChg chg="add mod">
          <ac:chgData name="Robin POURCEL" userId="S::robin.pourcel_cirad.fr#ext#@cragx.onmicrosoft.com::16908c1b-1d63-430e-9202-cb45ba71abd6" providerId="AD" clId="Web-{00000000-0000-0000-0000-000000000000}" dt="2026-09-22T16:34:33.590" v="532"/>
          <ac:spMkLst>
            <pc:docMk/>
            <pc:sldMk cId="3700530240" sldId="260"/>
            <ac:spMk id="6" creationId="{853A7E1D-B36E-5DD5-7285-331A86472059}"/>
          </ac:spMkLst>
        </pc:spChg>
        <pc:spChg chg="add mod">
          <ac:chgData name="Robin POURCEL" userId="S::robin.pourcel_cirad.fr#ext#@cragx.onmicrosoft.com::16908c1b-1d63-430e-9202-cb45ba71abd6" providerId="AD" clId="Web-{00000000-0000-0000-0000-000000000000}" dt="2026-09-22T16:34:33.621" v="533"/>
          <ac:spMkLst>
            <pc:docMk/>
            <pc:sldMk cId="3700530240" sldId="260"/>
            <ac:spMk id="8" creationId="{97A6996D-16AB-FDD8-CD0D-3052F2CDBD65}"/>
          </ac:spMkLst>
        </pc:spChg>
        <pc:spChg chg="add mod">
          <ac:chgData name="Robin POURCEL" userId="S::robin.pourcel_cirad.fr#ext#@cragx.onmicrosoft.com::16908c1b-1d63-430e-9202-cb45ba71abd6" providerId="AD" clId="Web-{00000000-0000-0000-0000-000000000000}" dt="2026-09-22T16:34:33.653" v="534"/>
          <ac:spMkLst>
            <pc:docMk/>
            <pc:sldMk cId="3700530240" sldId="260"/>
            <ac:spMk id="10" creationId="{B7D3C3D2-DEE8-ECF7-27D3-42DE9CBE7196}"/>
          </ac:spMkLst>
        </pc:spChg>
        <pc:spChg chg="add mod">
          <ac:chgData name="Robin POURCEL" userId="S::robin.pourcel_cirad.fr#ext#@cragx.onmicrosoft.com::16908c1b-1d63-430e-9202-cb45ba71abd6" providerId="AD" clId="Web-{00000000-0000-0000-0000-000000000000}" dt="2026-09-22T16:26:27.776" v="321" actId="1076"/>
          <ac:spMkLst>
            <pc:docMk/>
            <pc:sldMk cId="3700530240" sldId="260"/>
            <ac:spMk id="22" creationId="{51C12040-5C9F-8A1A-C1AE-E459E78BA2EC}"/>
          </ac:spMkLst>
        </pc:spChg>
        <pc:spChg chg="add mod">
          <ac:chgData name="Robin POURCEL" userId="S::robin.pourcel_cirad.fr#ext#@cragx.onmicrosoft.com::16908c1b-1d63-430e-9202-cb45ba71abd6" providerId="AD" clId="Web-{00000000-0000-0000-0000-000000000000}" dt="2026-09-22T16:28:09.745" v="369" actId="20577"/>
          <ac:spMkLst>
            <pc:docMk/>
            <pc:sldMk cId="3700530240" sldId="260"/>
            <ac:spMk id="25" creationId="{927BEB3A-0D66-0631-A9BA-F64F13C39449}"/>
          </ac:spMkLst>
        </pc:spChg>
        <pc:spChg chg="add mod">
          <ac:chgData name="Robin POURCEL" userId="S::robin.pourcel_cirad.fr#ext#@cragx.onmicrosoft.com::16908c1b-1d63-430e-9202-cb45ba71abd6" providerId="AD" clId="Web-{00000000-0000-0000-0000-000000000000}" dt="2026-09-22T16:27:27.698" v="345" actId="1076"/>
          <ac:spMkLst>
            <pc:docMk/>
            <pc:sldMk cId="3700530240" sldId="260"/>
            <ac:spMk id="29" creationId="{427C1BCF-DCC5-3474-81DD-CA1C530FDB0A}"/>
          </ac:spMkLst>
        </pc:spChg>
        <pc:spChg chg="add mod">
          <ac:chgData name="Robin POURCEL" userId="S::robin.pourcel_cirad.fr#ext#@cragx.onmicrosoft.com::16908c1b-1d63-430e-9202-cb45ba71abd6" providerId="AD" clId="Web-{00000000-0000-0000-0000-000000000000}" dt="2026-09-22T16:30:31.855" v="404" actId="20577"/>
          <ac:spMkLst>
            <pc:docMk/>
            <pc:sldMk cId="3700530240" sldId="260"/>
            <ac:spMk id="38" creationId="{B8B7A80C-EC43-5360-26B9-DAFC43901010}"/>
          </ac:spMkLst>
        </pc:spChg>
        <pc:spChg chg="add mod">
          <ac:chgData name="Robin POURCEL" userId="S::robin.pourcel_cirad.fr#ext#@cragx.onmicrosoft.com::16908c1b-1d63-430e-9202-cb45ba71abd6" providerId="AD" clId="Web-{00000000-0000-0000-0000-000000000000}" dt="2026-09-22T16:30:54.480" v="420" actId="20577"/>
          <ac:spMkLst>
            <pc:docMk/>
            <pc:sldMk cId="3700530240" sldId="260"/>
            <ac:spMk id="40" creationId="{E7CE5ED4-4442-DA46-2B28-394A36FAD1F2}"/>
          </ac:spMkLst>
        </pc:spChg>
        <pc:spChg chg="add mod">
          <ac:chgData name="Robin POURCEL" userId="S::robin.pourcel_cirad.fr#ext#@cragx.onmicrosoft.com::16908c1b-1d63-430e-9202-cb45ba71abd6" providerId="AD" clId="Web-{00000000-0000-0000-0000-000000000000}" dt="2026-09-22T16:31:13.714" v="446" actId="20577"/>
          <ac:spMkLst>
            <pc:docMk/>
            <pc:sldMk cId="3700530240" sldId="260"/>
            <ac:spMk id="42" creationId="{050203C6-FB68-D085-067C-F7BFB6CCB9EA}"/>
          </ac:spMkLst>
        </pc:spChg>
        <pc:spChg chg="add del">
          <ac:chgData name="Robin POURCEL" userId="S::robin.pourcel_cirad.fr#ext#@cragx.onmicrosoft.com::16908c1b-1d63-430e-9202-cb45ba71abd6" providerId="AD" clId="Web-{00000000-0000-0000-0000-000000000000}" dt="2026-09-22T16:32:37.918" v="455"/>
          <ac:spMkLst>
            <pc:docMk/>
            <pc:sldMk cId="3700530240" sldId="260"/>
            <ac:spMk id="44" creationId="{F12A0EF0-8BCE-2DAC-A60D-FD8E490D42AC}"/>
          </ac:spMkLst>
        </pc:spChg>
        <pc:spChg chg="add mod">
          <ac:chgData name="Robin POURCEL" userId="S::robin.pourcel_cirad.fr#ext#@cragx.onmicrosoft.com::16908c1b-1d63-430e-9202-cb45ba71abd6" providerId="AD" clId="Web-{00000000-0000-0000-0000-000000000000}" dt="2026-09-22T16:34:50.762" v="539" actId="1076"/>
          <ac:spMkLst>
            <pc:docMk/>
            <pc:sldMk cId="3700530240" sldId="260"/>
            <ac:spMk id="49" creationId="{38B2D1C4-C0F3-D0F3-18D0-EBEC37452D0F}"/>
          </ac:spMkLst>
        </pc:spChg>
        <pc:spChg chg="add del">
          <ac:chgData name="Robin POURCEL" userId="S::robin.pourcel_cirad.fr#ext#@cragx.onmicrosoft.com::16908c1b-1d63-430e-9202-cb45ba71abd6" providerId="AD" clId="Web-{00000000-0000-0000-0000-000000000000}" dt="2026-09-22T16:34:53.106" v="541"/>
          <ac:spMkLst>
            <pc:docMk/>
            <pc:sldMk cId="3700530240" sldId="260"/>
            <ac:spMk id="50" creationId="{853A7E1D-B36E-5DD5-7285-331A86472059}"/>
          </ac:spMkLst>
        </pc:spChg>
        <pc:spChg chg="add mod">
          <ac:chgData name="Robin POURCEL" userId="S::robin.pourcel_cirad.fr#ext#@cragx.onmicrosoft.com::16908c1b-1d63-430e-9202-cb45ba71abd6" providerId="AD" clId="Web-{00000000-0000-0000-0000-000000000000}" dt="2026-09-22T16:35:01.262" v="543" actId="1076"/>
          <ac:spMkLst>
            <pc:docMk/>
            <pc:sldMk cId="3700530240" sldId="260"/>
            <ac:spMk id="52" creationId="{12D70D40-7587-4AD0-8C73-B25584BE6D27}"/>
          </ac:spMkLst>
        </pc:spChg>
        <pc:spChg chg="add mod">
          <ac:chgData name="Robin POURCEL" userId="S::robin.pourcel_cirad.fr#ext#@cragx.onmicrosoft.com::16908c1b-1d63-430e-9202-cb45ba71abd6" providerId="AD" clId="Web-{00000000-0000-0000-0000-000000000000}" dt="2026-09-22T16:35:05.590" v="545" actId="1076"/>
          <ac:spMkLst>
            <pc:docMk/>
            <pc:sldMk cId="3700530240" sldId="260"/>
            <ac:spMk id="54" creationId="{1532995A-2396-5972-FD40-F567B0AB6E08}"/>
          </ac:spMkLst>
        </pc:spChg>
        <pc:spChg chg="add mod">
          <ac:chgData name="Robin POURCEL" userId="S::robin.pourcel_cirad.fr#ext#@cragx.onmicrosoft.com::16908c1b-1d63-430e-9202-cb45ba71abd6" providerId="AD" clId="Web-{00000000-0000-0000-0000-000000000000}" dt="2026-09-22T16:35:10.887" v="548" actId="20577"/>
          <ac:spMkLst>
            <pc:docMk/>
            <pc:sldMk cId="3700530240" sldId="260"/>
            <ac:spMk id="56" creationId="{BB7974E6-1265-698B-A48F-E97888923CE0}"/>
          </ac:spMkLst>
        </pc:spChg>
        <pc:spChg chg="add mod">
          <ac:chgData name="Robin POURCEL" userId="S::robin.pourcel_cirad.fr#ext#@cragx.onmicrosoft.com::16908c1b-1d63-430e-9202-cb45ba71abd6" providerId="AD" clId="Web-{00000000-0000-0000-0000-000000000000}" dt="2026-09-22T16:35:30.247" v="556" actId="20577"/>
          <ac:spMkLst>
            <pc:docMk/>
            <pc:sldMk cId="3700530240" sldId="260"/>
            <ac:spMk id="58" creationId="{577E14DA-57B5-ECD9-F974-71F8BB72E46F}"/>
          </ac:spMkLst>
        </pc:spChg>
        <pc:spChg chg="add mod">
          <ac:chgData name="Robin POURCEL" userId="S::robin.pourcel_cirad.fr#ext#@cragx.onmicrosoft.com::16908c1b-1d63-430e-9202-cb45ba71abd6" providerId="AD" clId="Web-{00000000-0000-0000-0000-000000000000}" dt="2026-09-22T16:35:18.450" v="552" actId="1076"/>
          <ac:spMkLst>
            <pc:docMk/>
            <pc:sldMk cId="3700530240" sldId="260"/>
            <ac:spMk id="60" creationId="{B8234EA4-060E-907B-57D5-D82B36D215DD}"/>
          </ac:spMkLst>
        </pc:spChg>
        <pc:spChg chg="add del mod">
          <ac:chgData name="Robin POURCEL" userId="S::robin.pourcel_cirad.fr#ext#@cragx.onmicrosoft.com::16908c1b-1d63-430e-9202-cb45ba71abd6" providerId="AD" clId="Web-{00000000-0000-0000-0000-000000000000}" dt="2026-09-22T16:35:56.262" v="561"/>
          <ac:spMkLst>
            <pc:docMk/>
            <pc:sldMk cId="3700530240" sldId="260"/>
            <ac:spMk id="62" creationId="{10781964-895B-A6E7-0447-7C93A242C609}"/>
          </ac:spMkLst>
        </pc:spChg>
        <pc:spChg chg="add mod">
          <ac:chgData name="Robin POURCEL" userId="S::robin.pourcel_cirad.fr#ext#@cragx.onmicrosoft.com::16908c1b-1d63-430e-9202-cb45ba71abd6" providerId="AD" clId="Web-{00000000-0000-0000-0000-000000000000}" dt="2026-09-22T16:35:51.200" v="560" actId="20577"/>
          <ac:spMkLst>
            <pc:docMk/>
            <pc:sldMk cId="3700530240" sldId="260"/>
            <ac:spMk id="64" creationId="{A027DDD2-A483-B393-CAF0-AE585A878C33}"/>
          </ac:spMkLst>
        </pc:spChg>
        <pc:spChg chg="add mod">
          <ac:chgData name="Robin POURCEL" userId="S::robin.pourcel_cirad.fr#ext#@cragx.onmicrosoft.com::16908c1b-1d63-430e-9202-cb45ba71abd6" providerId="AD" clId="Web-{00000000-0000-0000-0000-000000000000}" dt="2026-09-22T16:36:01.794" v="563" actId="1076"/>
          <ac:spMkLst>
            <pc:docMk/>
            <pc:sldMk cId="3700530240" sldId="260"/>
            <ac:spMk id="66" creationId="{DF8478CE-F39E-910B-4B18-325C15580495}"/>
          </ac:spMkLst>
        </pc:spChg>
        <pc:spChg chg="add mod">
          <ac:chgData name="Robin POURCEL" userId="S::robin.pourcel_cirad.fr#ext#@cragx.onmicrosoft.com::16908c1b-1d63-430e-9202-cb45ba71abd6" providerId="AD" clId="Web-{00000000-0000-0000-0000-000000000000}" dt="2026-09-22T16:36:05.825" v="565" actId="1076"/>
          <ac:spMkLst>
            <pc:docMk/>
            <pc:sldMk cId="3700530240" sldId="260"/>
            <ac:spMk id="68" creationId="{53C41D95-5DFA-8182-995D-654A43798E7F}"/>
          </ac:spMkLst>
        </pc:spChg>
        <pc:graphicFrameChg chg="add mod ord modGraphic">
          <ac:chgData name="Robin POURCEL" userId="S::robin.pourcel_cirad.fr#ext#@cragx.onmicrosoft.com::16908c1b-1d63-430e-9202-cb45ba71abd6" providerId="AD" clId="Web-{00000000-0000-0000-0000-000000000000}" dt="2026-09-22T16:33:55.606" v="474"/>
          <ac:graphicFrameMkLst>
            <pc:docMk/>
            <pc:sldMk cId="3700530240" sldId="260"/>
            <ac:graphicFrameMk id="45" creationId="{10654D65-AF44-6CE9-E6A5-BA438DFBD2AF}"/>
          </ac:graphicFrameMkLst>
        </pc:graphicFrameChg>
        <pc:graphicFrameChg chg="add mod ord modGraphic">
          <ac:chgData name="Robin POURCEL" userId="S::robin.pourcel_cirad.fr#ext#@cragx.onmicrosoft.com::16908c1b-1d63-430e-9202-cb45ba71abd6" providerId="AD" clId="Web-{00000000-0000-0000-0000-000000000000}" dt="2026-09-22T16:33:55.699" v="498"/>
          <ac:graphicFrameMkLst>
            <pc:docMk/>
            <pc:sldMk cId="3700530240" sldId="260"/>
            <ac:graphicFrameMk id="46" creationId="{FCCB3EAF-B7C4-2975-2B1A-5FB86ACA729E}"/>
          </ac:graphicFrameMkLst>
        </pc:graphicFrameChg>
        <pc:graphicFrameChg chg="add mod ord">
          <ac:chgData name="Robin POURCEL" userId="S::robin.pourcel_cirad.fr#ext#@cragx.onmicrosoft.com::16908c1b-1d63-430e-9202-cb45ba71abd6" providerId="AD" clId="Web-{00000000-0000-0000-0000-000000000000}" dt="2026-09-22T16:33:55.746" v="522"/>
          <ac:graphicFrameMkLst>
            <pc:docMk/>
            <pc:sldMk cId="3700530240" sldId="260"/>
            <ac:graphicFrameMk id="47" creationId="{13DA9565-4AEB-632A-B1E6-6CF145A54197}"/>
          </ac:graphicFrameMkLst>
        </pc:graphicFrameChg>
        <pc:picChg chg="del">
          <ac:chgData name="Robin POURCEL" userId="S::robin.pourcel_cirad.fr#ext#@cragx.onmicrosoft.com::16908c1b-1d63-430e-9202-cb45ba71abd6" providerId="AD" clId="Web-{00000000-0000-0000-0000-000000000000}" dt="2026-09-22T16:19:23.539" v="201"/>
          <ac:picMkLst>
            <pc:docMk/>
            <pc:sldMk cId="3700530240" sldId="260"/>
            <ac:picMk id="5" creationId="{267F67C4-9D8B-4711-B86E-D83576EE6C4C}"/>
          </ac:picMkLst>
        </pc:picChg>
        <pc:picChg chg="add mod">
          <ac:chgData name="Robin POURCEL" userId="S::robin.pourcel_cirad.fr#ext#@cragx.onmicrosoft.com::16908c1b-1d63-430e-9202-cb45ba71abd6" providerId="AD" clId="Web-{00000000-0000-0000-0000-000000000000}" dt="2026-09-22T16:23:01.868" v="287" actId="1076"/>
          <ac:picMkLst>
            <pc:docMk/>
            <pc:sldMk cId="3700530240" sldId="260"/>
            <ac:picMk id="11" creationId="{0EAAD9CA-23AF-7EEA-5E52-BAE048C6B023}"/>
          </ac:picMkLst>
        </pc:picChg>
        <pc:picChg chg="add mod">
          <ac:chgData name="Robin POURCEL" userId="S::robin.pourcel_cirad.fr#ext#@cragx.onmicrosoft.com::16908c1b-1d63-430e-9202-cb45ba71abd6" providerId="AD" clId="Web-{00000000-0000-0000-0000-000000000000}" dt="2026-09-22T16:47:11.002" v="665" actId="1076"/>
          <ac:picMkLst>
            <pc:docMk/>
            <pc:sldMk cId="3700530240" sldId="260"/>
            <ac:picMk id="12" creationId="{8F01B04F-2103-FDE0-9D7E-B5CA47D2AB5E}"/>
          </ac:picMkLst>
        </pc:picChg>
        <pc:picChg chg="add del mod">
          <ac:chgData name="Robin POURCEL" userId="S::robin.pourcel_cirad.fr#ext#@cragx.onmicrosoft.com::16908c1b-1d63-430e-9202-cb45ba71abd6" providerId="AD" clId="Web-{00000000-0000-0000-0000-000000000000}" dt="2026-09-22T16:23:21.462" v="292"/>
          <ac:picMkLst>
            <pc:docMk/>
            <pc:sldMk cId="3700530240" sldId="260"/>
            <ac:picMk id="13" creationId="{683D80AF-A59F-A4B6-FFF0-912EBA66BED8}"/>
          </ac:picMkLst>
        </pc:picChg>
        <pc:picChg chg="add del mod">
          <ac:chgData name="Robin POURCEL" userId="S::robin.pourcel_cirad.fr#ext#@cragx.onmicrosoft.com::16908c1b-1d63-430e-9202-cb45ba71abd6" providerId="AD" clId="Web-{00000000-0000-0000-0000-000000000000}" dt="2026-09-22T16:24:41.760" v="302"/>
          <ac:picMkLst>
            <pc:docMk/>
            <pc:sldMk cId="3700530240" sldId="260"/>
            <ac:picMk id="14" creationId="{88CDE188-EC60-2688-B492-0991CC4B6923}"/>
          </ac:picMkLst>
        </pc:picChg>
        <pc:picChg chg="add mod">
          <ac:chgData name="Robin POURCEL" userId="S::robin.pourcel_cirad.fr#ext#@cragx.onmicrosoft.com::16908c1b-1d63-430e-9202-cb45ba71abd6" providerId="AD" clId="Web-{00000000-0000-0000-0000-000000000000}" dt="2026-09-22T16:47:13.205" v="666" actId="1076"/>
          <ac:picMkLst>
            <pc:docMk/>
            <pc:sldMk cId="3700530240" sldId="260"/>
            <ac:picMk id="15" creationId="{6D9E7A34-9956-A54E-B3A2-BBEFFB876F08}"/>
          </ac:picMkLst>
        </pc:picChg>
        <pc:picChg chg="del">
          <ac:chgData name="Robin POURCEL" userId="S::robin.pourcel_cirad.fr#ext#@cragx.onmicrosoft.com::16908c1b-1d63-430e-9202-cb45ba71abd6" providerId="AD" clId="Web-{00000000-0000-0000-0000-000000000000}" dt="2026-09-22T16:19:21.946" v="199"/>
          <ac:picMkLst>
            <pc:docMk/>
            <pc:sldMk cId="3700530240" sldId="260"/>
            <ac:picMk id="16" creationId="{78F8523B-E1B6-4030-B505-554E27039505}"/>
          </ac:picMkLst>
        </pc:picChg>
        <pc:picChg chg="add mod">
          <ac:chgData name="Robin POURCEL" userId="S::robin.pourcel_cirad.fr#ext#@cragx.onmicrosoft.com::16908c1b-1d63-430e-9202-cb45ba71abd6" providerId="AD" clId="Web-{00000000-0000-0000-0000-000000000000}" dt="2026-09-22T16:25:29.744" v="316" actId="1076"/>
          <ac:picMkLst>
            <pc:docMk/>
            <pc:sldMk cId="3700530240" sldId="260"/>
            <ac:picMk id="19" creationId="{0DC2DFCD-7F26-137B-8FC1-215399232174}"/>
          </ac:picMkLst>
        </pc:picChg>
        <pc:picChg chg="del">
          <ac:chgData name="Robin POURCEL" userId="S::robin.pourcel_cirad.fr#ext#@cragx.onmicrosoft.com::16908c1b-1d63-430e-9202-cb45ba71abd6" providerId="AD" clId="Web-{00000000-0000-0000-0000-000000000000}" dt="2026-09-22T16:19:22.868" v="200"/>
          <ac:picMkLst>
            <pc:docMk/>
            <pc:sldMk cId="3700530240" sldId="260"/>
            <ac:picMk id="20" creationId="{41FF7E0A-409A-42E1-80C2-A7AB4E2DAB9A}"/>
          </ac:picMkLst>
        </pc:picChg>
        <pc:picChg chg="add mod">
          <ac:chgData name="Robin POURCEL" userId="S::robin.pourcel_cirad.fr#ext#@cragx.onmicrosoft.com::16908c1b-1d63-430e-9202-cb45ba71abd6" providerId="AD" clId="Web-{00000000-0000-0000-0000-000000000000}" dt="2026-09-22T16:27:31.963" v="347" actId="1076"/>
          <ac:picMkLst>
            <pc:docMk/>
            <pc:sldMk cId="3700530240" sldId="260"/>
            <ac:picMk id="30" creationId="{9DDFEE71-3ECE-D38B-3108-1D57AB016843}"/>
          </ac:picMkLst>
        </pc:picChg>
        <pc:picChg chg="add mod">
          <ac:chgData name="Robin POURCEL" userId="S::robin.pourcel_cirad.fr#ext#@cragx.onmicrosoft.com::16908c1b-1d63-430e-9202-cb45ba71abd6" providerId="AD" clId="Web-{00000000-0000-0000-0000-000000000000}" dt="2026-09-22T16:27:53.088" v="353" actId="1076"/>
          <ac:picMkLst>
            <pc:docMk/>
            <pc:sldMk cId="3700530240" sldId="260"/>
            <ac:picMk id="31" creationId="{E545B1D0-BAB5-5E62-F3C3-786EB3CA5738}"/>
          </ac:picMkLst>
        </pc:picChg>
        <pc:picChg chg="add mod">
          <ac:chgData name="Robin POURCEL" userId="S::robin.pourcel_cirad.fr#ext#@cragx.onmicrosoft.com::16908c1b-1d63-430e-9202-cb45ba71abd6" providerId="AD" clId="Web-{00000000-0000-0000-0000-000000000000}" dt="2026-09-22T16:46:42.658" v="664" actId="1076"/>
          <ac:picMkLst>
            <pc:docMk/>
            <pc:sldMk cId="3700530240" sldId="260"/>
            <ac:picMk id="70" creationId="{E3C342E6-D877-1729-2D6A-8E32CB5CCB49}"/>
          </ac:picMkLst>
        </pc:picChg>
        <pc:picChg chg="add mod">
          <ac:chgData name="Robin POURCEL" userId="S::robin.pourcel_cirad.fr#ext#@cragx.onmicrosoft.com::16908c1b-1d63-430e-9202-cb45ba71abd6" providerId="AD" clId="Web-{00000000-0000-0000-0000-000000000000}" dt="2026-09-22T16:46:40.064" v="663" actId="1076"/>
          <ac:picMkLst>
            <pc:docMk/>
            <pc:sldMk cId="3700530240" sldId="260"/>
            <ac:picMk id="72" creationId="{C5031CD3-42F5-6FE1-AAE5-A38B6C7A7C0F}"/>
          </ac:picMkLst>
        </pc:picChg>
        <pc:cxnChg chg="add mod ord">
          <ac:chgData name="Robin POURCEL" userId="S::robin.pourcel_cirad.fr#ext#@cragx.onmicrosoft.com::16908c1b-1d63-430e-9202-cb45ba71abd6" providerId="AD" clId="Web-{00000000-0000-0000-0000-000000000000}" dt="2026-09-22T16:41:32.029" v="615"/>
          <ac:cxnSpMkLst>
            <pc:docMk/>
            <pc:sldMk cId="3700530240" sldId="260"/>
            <ac:cxnSpMk id="32" creationId="{2AEEA5EF-B0B6-FFF5-ADCB-78EDBE27994D}"/>
          </ac:cxnSpMkLst>
        </pc:cxnChg>
        <pc:cxnChg chg="add mod ord">
          <ac:chgData name="Robin POURCEL" userId="S::robin.pourcel_cirad.fr#ext#@cragx.onmicrosoft.com::16908c1b-1d63-430e-9202-cb45ba71abd6" providerId="AD" clId="Web-{00000000-0000-0000-0000-000000000000}" dt="2026-09-22T16:39:29.685" v="607"/>
          <ac:cxnSpMkLst>
            <pc:docMk/>
            <pc:sldMk cId="3700530240" sldId="260"/>
            <ac:cxnSpMk id="33" creationId="{B23EC4C6-D47F-FCBF-553F-E540AA676905}"/>
          </ac:cxnSpMkLst>
        </pc:cxnChg>
        <pc:cxnChg chg="add mod ord">
          <ac:chgData name="Robin POURCEL" userId="S::robin.pourcel_cirad.fr#ext#@cragx.onmicrosoft.com::16908c1b-1d63-430e-9202-cb45ba71abd6" providerId="AD" clId="Web-{00000000-0000-0000-0000-000000000000}" dt="2026-09-22T16:41:09.295" v="614"/>
          <ac:cxnSpMkLst>
            <pc:docMk/>
            <pc:sldMk cId="3700530240" sldId="260"/>
            <ac:cxnSpMk id="34" creationId="{D26B004D-4985-D9AD-A69A-DE25CC5A7461}"/>
          </ac:cxnSpMkLst>
        </pc:cxnChg>
        <pc:cxnChg chg="add del mod">
          <ac:chgData name="Robin POURCEL" userId="S::robin.pourcel_cirad.fr#ext#@cragx.onmicrosoft.com::16908c1b-1d63-430e-9202-cb45ba71abd6" providerId="AD" clId="Web-{00000000-0000-0000-0000-000000000000}" dt="2026-09-22T16:30:07.886" v="386"/>
          <ac:cxnSpMkLst>
            <pc:docMk/>
            <pc:sldMk cId="3700530240" sldId="260"/>
            <ac:cxnSpMk id="35" creationId="{CBD2D1E8-2278-6DDC-079B-465322872FB3}"/>
          </ac:cxnSpMkLst>
        </pc:cxnChg>
        <pc:cxnChg chg="add del mod">
          <ac:chgData name="Robin POURCEL" userId="S::robin.pourcel_cirad.fr#ext#@cragx.onmicrosoft.com::16908c1b-1d63-430e-9202-cb45ba71abd6" providerId="AD" clId="Web-{00000000-0000-0000-0000-000000000000}" dt="2026-09-22T16:30:12.636" v="388"/>
          <ac:cxnSpMkLst>
            <pc:docMk/>
            <pc:sldMk cId="3700530240" sldId="260"/>
            <ac:cxnSpMk id="36" creationId="{F24B781C-B2D5-90C0-8336-018B3D2AE9A1}"/>
          </ac:cxnSpMkLst>
        </pc:cxnChg>
        <pc:cxnChg chg="add del mod">
          <ac:chgData name="Robin POURCEL" userId="S::robin.pourcel_cirad.fr#ext#@cragx.onmicrosoft.com::16908c1b-1d63-430e-9202-cb45ba71abd6" providerId="AD" clId="Web-{00000000-0000-0000-0000-000000000000}" dt="2026-09-22T16:32:23.433" v="453"/>
          <ac:cxnSpMkLst>
            <pc:docMk/>
            <pc:sldMk cId="3700530240" sldId="260"/>
            <ac:cxnSpMk id="43" creationId="{1E90069B-37B7-D586-C7E7-60B90B82E9BC}"/>
          </ac:cxnSpMkLst>
        </pc:cxnChg>
      </pc:sldChg>
      <pc:sldChg chg="addSp delSp modSp addAnim delAnim modAnim">
        <pc:chgData name="Robin POURCEL" userId="S::robin.pourcel_cirad.fr#ext#@cragx.onmicrosoft.com::16908c1b-1d63-430e-9202-cb45ba71abd6" providerId="AD" clId="Web-{00000000-0000-0000-0000-000000000000}" dt="2026-09-22T17:00:45.818" v="723" actId="20577"/>
        <pc:sldMkLst>
          <pc:docMk/>
          <pc:sldMk cId="2828772778" sldId="261"/>
        </pc:sldMkLst>
        <pc:spChg chg="add del mod">
          <ac:chgData name="Robin POURCEL" userId="S::robin.pourcel_cirad.fr#ext#@cragx.onmicrosoft.com::16908c1b-1d63-430e-9202-cb45ba71abd6" providerId="AD" clId="Web-{00000000-0000-0000-0000-000000000000}" dt="2026-09-22T16:59:41.942" v="712"/>
          <ac:spMkLst>
            <pc:docMk/>
            <pc:sldMk cId="2828772778" sldId="261"/>
            <ac:spMk id="3" creationId="{3E4B12ED-C179-9353-2378-A67B08C30B88}"/>
          </ac:spMkLst>
        </pc:spChg>
        <pc:spChg chg="mod">
          <ac:chgData name="Robin POURCEL" userId="S::robin.pourcel_cirad.fr#ext#@cragx.onmicrosoft.com::16908c1b-1d63-430e-9202-cb45ba71abd6" providerId="AD" clId="Web-{00000000-0000-0000-0000-000000000000}" dt="2026-09-22T17:00:45.818" v="723" actId="20577"/>
          <ac:spMkLst>
            <pc:docMk/>
            <pc:sldMk cId="2828772778" sldId="261"/>
            <ac:spMk id="4" creationId="{07F9F644-BFD8-4D65-B0CC-89DE4BD459E0}"/>
          </ac:spMkLst>
        </pc:spChg>
        <pc:spChg chg="add mod ord">
          <ac:chgData name="Robin POURCEL" userId="S::robin.pourcel_cirad.fr#ext#@cragx.onmicrosoft.com::16908c1b-1d63-430e-9202-cb45ba71abd6" providerId="AD" clId="Web-{00000000-0000-0000-0000-000000000000}" dt="2026-09-22T17:00:00.770" v="718"/>
          <ac:spMkLst>
            <pc:docMk/>
            <pc:sldMk cId="2828772778" sldId="261"/>
            <ac:spMk id="6" creationId="{D875C35D-886F-FC49-8628-60CCC9457E08}"/>
          </ac:spMkLst>
        </pc:spChg>
        <pc:spChg chg="mod">
          <ac:chgData name="Robin POURCEL" userId="S::robin.pourcel_cirad.fr#ext#@cragx.onmicrosoft.com::16908c1b-1d63-430e-9202-cb45ba71abd6" providerId="AD" clId="Web-{00000000-0000-0000-0000-000000000000}" dt="2026-09-22T16:59:46.380" v="714" actId="1076"/>
          <ac:spMkLst>
            <pc:docMk/>
            <pc:sldMk cId="2828772778" sldId="261"/>
            <ac:spMk id="11" creationId="{63A70255-9A00-41ED-B9CA-3045765092C7}"/>
          </ac:spMkLst>
        </pc:spChg>
      </pc:sldChg>
      <pc:sldChg chg="del">
        <pc:chgData name="Robin POURCEL" userId="S::robin.pourcel_cirad.fr#ext#@cragx.onmicrosoft.com::16908c1b-1d63-430e-9202-cb45ba71abd6" providerId="AD" clId="Web-{00000000-0000-0000-0000-000000000000}" dt="2026-09-22T16:51:00.112" v="667"/>
        <pc:sldMkLst>
          <pc:docMk/>
          <pc:sldMk cId="2749675406" sldId="262"/>
        </pc:sldMkLst>
      </pc:sldChg>
      <pc:sldChg chg="addSp delSp modSp delAnim">
        <pc:chgData name="Robin POURCEL" userId="S::robin.pourcel_cirad.fr#ext#@cragx.onmicrosoft.com::16908c1b-1d63-430e-9202-cb45ba71abd6" providerId="AD" clId="Web-{00000000-0000-0000-0000-000000000000}" dt="2026-09-22T16:57:28.864" v="680" actId="20577"/>
        <pc:sldMkLst>
          <pc:docMk/>
          <pc:sldMk cId="593255309" sldId="263"/>
        </pc:sldMkLst>
        <pc:spChg chg="add mod">
          <ac:chgData name="Robin POURCEL" userId="S::robin.pourcel_cirad.fr#ext#@cragx.onmicrosoft.com::16908c1b-1d63-430e-9202-cb45ba71abd6" providerId="AD" clId="Web-{00000000-0000-0000-0000-000000000000}" dt="2026-09-22T16:15:20.710" v="99" actId="1076"/>
          <ac:spMkLst>
            <pc:docMk/>
            <pc:sldMk cId="593255309" sldId="263"/>
            <ac:spMk id="3" creationId="{28F7BECF-4214-D9FD-C4E3-DF65D129756E}"/>
          </ac:spMkLst>
        </pc:spChg>
        <pc:spChg chg="add mod">
          <ac:chgData name="Robin POURCEL" userId="S::robin.pourcel_cirad.fr#ext#@cragx.onmicrosoft.com::16908c1b-1d63-430e-9202-cb45ba71abd6" providerId="AD" clId="Web-{00000000-0000-0000-0000-000000000000}" dt="2026-09-22T16:17:47.055" v="179" actId="1076"/>
          <ac:spMkLst>
            <pc:docMk/>
            <pc:sldMk cId="593255309" sldId="263"/>
            <ac:spMk id="6" creationId="{42860C06-2AA5-0902-468B-A23598378085}"/>
          </ac:spMkLst>
        </pc:spChg>
        <pc:spChg chg="add del mod">
          <ac:chgData name="Robin POURCEL" userId="S::robin.pourcel_cirad.fr#ext#@cragx.onmicrosoft.com::16908c1b-1d63-430e-9202-cb45ba71abd6" providerId="AD" clId="Web-{00000000-0000-0000-0000-000000000000}" dt="2026-09-22T16:17:59.805" v="184"/>
          <ac:spMkLst>
            <pc:docMk/>
            <pc:sldMk cId="593255309" sldId="263"/>
            <ac:spMk id="7" creationId="{576AA67D-7C59-ADB5-7858-FD84D6D8C424}"/>
          </ac:spMkLst>
        </pc:spChg>
        <pc:spChg chg="add mod">
          <ac:chgData name="Robin POURCEL" userId="S::robin.pourcel_cirad.fr#ext#@cragx.onmicrosoft.com::16908c1b-1d63-430e-9202-cb45ba71abd6" providerId="AD" clId="Web-{00000000-0000-0000-0000-000000000000}" dt="2026-09-22T16:18:18.727" v="188" actId="14100"/>
          <ac:spMkLst>
            <pc:docMk/>
            <pc:sldMk cId="593255309" sldId="263"/>
            <ac:spMk id="8" creationId="{44EA3354-220B-C0CB-88B1-1FF330251C5D}"/>
          </ac:spMkLst>
        </pc:spChg>
        <pc:spChg chg="mod">
          <ac:chgData name="Robin POURCEL" userId="S::robin.pourcel_cirad.fr#ext#@cragx.onmicrosoft.com::16908c1b-1d63-430e-9202-cb45ba71abd6" providerId="AD" clId="Web-{00000000-0000-0000-0000-000000000000}" dt="2026-09-22T16:05:56.895" v="30" actId="20577"/>
          <ac:spMkLst>
            <pc:docMk/>
            <pc:sldMk cId="593255309" sldId="263"/>
            <ac:spMk id="13" creationId="{B8AA7A7D-82E3-4EC4-955A-4FD20E23A66B}"/>
          </ac:spMkLst>
        </pc:spChg>
        <pc:spChg chg="del">
          <ac:chgData name="Robin POURCEL" userId="S::robin.pourcel_cirad.fr#ext#@cragx.onmicrosoft.com::16908c1b-1d63-430e-9202-cb45ba71abd6" providerId="AD" clId="Web-{00000000-0000-0000-0000-000000000000}" dt="2026-09-22T16:17:42.648" v="177"/>
          <ac:spMkLst>
            <pc:docMk/>
            <pc:sldMk cId="593255309" sldId="263"/>
            <ac:spMk id="14" creationId="{732C0D96-A8E8-4858-83B6-C0339C97566E}"/>
          </ac:spMkLst>
        </pc:spChg>
        <pc:spChg chg="mod">
          <ac:chgData name="Robin POURCEL" userId="S::robin.pourcel_cirad.fr#ext#@cragx.onmicrosoft.com::16908c1b-1d63-430e-9202-cb45ba71abd6" providerId="AD" clId="Web-{00000000-0000-0000-0000-000000000000}" dt="2026-09-22T16:57:28.864" v="680" actId="20577"/>
          <ac:spMkLst>
            <pc:docMk/>
            <pc:sldMk cId="593255309" sldId="263"/>
            <ac:spMk id="43" creationId="{E1A58A2E-1A24-4032-9DBF-64E021C5C1C6}"/>
          </ac:spMkLst>
        </pc:spChg>
        <pc:cxnChg chg="del mod">
          <ac:chgData name="Robin POURCEL" userId="S::robin.pourcel_cirad.fr#ext#@cragx.onmicrosoft.com::16908c1b-1d63-430e-9202-cb45ba71abd6" providerId="AD" clId="Web-{00000000-0000-0000-0000-000000000000}" dt="2026-09-22T16:17:44.539" v="178"/>
          <ac:cxnSpMkLst>
            <pc:docMk/>
            <pc:sldMk cId="593255309" sldId="263"/>
            <ac:cxnSpMk id="15" creationId="{03A55CB9-CFE2-4AA0-B657-00D1F1D2C4AC}"/>
          </ac:cxnSpMkLst>
        </pc:cxnChg>
        <pc:cxnChg chg="del">
          <ac:chgData name="Robin POURCEL" userId="S::robin.pourcel_cirad.fr#ext#@cragx.onmicrosoft.com::16908c1b-1d63-430e-9202-cb45ba71abd6" providerId="AD" clId="Web-{00000000-0000-0000-0000-000000000000}" dt="2026-09-22T16:17:54.742" v="182"/>
          <ac:cxnSpMkLst>
            <pc:docMk/>
            <pc:sldMk cId="593255309" sldId="263"/>
            <ac:cxnSpMk id="21" creationId="{05CCD160-EAD6-4CDA-AE58-D9538692293A}"/>
          </ac:cxnSpMkLst>
        </pc:cxnChg>
      </pc:sldChg>
      <pc:sldChg chg="addSp delSp modSp">
        <pc:chgData name="Robin POURCEL" userId="S::robin.pourcel_cirad.fr#ext#@cragx.onmicrosoft.com::16908c1b-1d63-430e-9202-cb45ba71abd6" providerId="AD" clId="Web-{00000000-0000-0000-0000-000000000000}" dt="2026-09-22T17:24:34.310" v="783"/>
        <pc:sldMkLst>
          <pc:docMk/>
          <pc:sldMk cId="496928757" sldId="264"/>
        </pc:sldMkLst>
        <pc:spChg chg="mod">
          <ac:chgData name="Robin POURCEL" userId="S::robin.pourcel_cirad.fr#ext#@cragx.onmicrosoft.com::16908c1b-1d63-430e-9202-cb45ba71abd6" providerId="AD" clId="Web-{00000000-0000-0000-0000-000000000000}" dt="2026-09-22T16:15:51.835" v="126" actId="1076"/>
          <ac:spMkLst>
            <pc:docMk/>
            <pc:sldMk cId="496928757" sldId="264"/>
            <ac:spMk id="2" creationId="{DBA54230-AA22-4FB6-B543-8ED838198B74}"/>
          </ac:spMkLst>
        </pc:spChg>
        <pc:spChg chg="add mod">
          <ac:chgData name="Robin POURCEL" userId="S::robin.pourcel_cirad.fr#ext#@cragx.onmicrosoft.com::16908c1b-1d63-430e-9202-cb45ba71abd6" providerId="AD" clId="Web-{00000000-0000-0000-0000-000000000000}" dt="2026-09-22T16:15:51.929" v="137" actId="1076"/>
          <ac:spMkLst>
            <pc:docMk/>
            <pc:sldMk cId="496928757" sldId="264"/>
            <ac:spMk id="4" creationId="{20E19A2F-F2F3-1A22-F9F7-D16185306C07}"/>
          </ac:spMkLst>
        </pc:spChg>
        <pc:spChg chg="add mod">
          <ac:chgData name="Robin POURCEL" userId="S::robin.pourcel_cirad.fr#ext#@cragx.onmicrosoft.com::16908c1b-1d63-430e-9202-cb45ba71abd6" providerId="AD" clId="Web-{00000000-0000-0000-0000-000000000000}" dt="2026-09-22T16:16:28.226" v="146" actId="1076"/>
          <ac:spMkLst>
            <pc:docMk/>
            <pc:sldMk cId="496928757" sldId="264"/>
            <ac:spMk id="5" creationId="{2E0F5AEE-0557-AE8A-B64E-1230434EC3E0}"/>
          </ac:spMkLst>
        </pc:spChg>
        <pc:spChg chg="add mod">
          <ac:chgData name="Robin POURCEL" userId="S::robin.pourcel_cirad.fr#ext#@cragx.onmicrosoft.com::16908c1b-1d63-430e-9202-cb45ba71abd6" providerId="AD" clId="Web-{00000000-0000-0000-0000-000000000000}" dt="2026-09-22T16:16:56.023" v="152" actId="14100"/>
          <ac:spMkLst>
            <pc:docMk/>
            <pc:sldMk cId="496928757" sldId="264"/>
            <ac:spMk id="7" creationId="{7BCAB35A-B86A-B630-127F-6DA053CE0374}"/>
          </ac:spMkLst>
        </pc:spChg>
        <pc:spChg chg="add del mod">
          <ac:chgData name="Robin POURCEL" userId="S::robin.pourcel_cirad.fr#ext#@cragx.onmicrosoft.com::16908c1b-1d63-430e-9202-cb45ba71abd6" providerId="AD" clId="Web-{00000000-0000-0000-0000-000000000000}" dt="2026-09-22T16:17:00.461" v="155"/>
          <ac:spMkLst>
            <pc:docMk/>
            <pc:sldMk cId="496928757" sldId="264"/>
            <ac:spMk id="9" creationId="{F94712CD-217E-6E53-3D43-5D3F1BE15CFD}"/>
          </ac:spMkLst>
        </pc:spChg>
        <pc:spChg chg="mod">
          <ac:chgData name="Robin POURCEL" userId="S::robin.pourcel_cirad.fr#ext#@cragx.onmicrosoft.com::16908c1b-1d63-430e-9202-cb45ba71abd6" providerId="AD" clId="Web-{00000000-0000-0000-0000-000000000000}" dt="2026-09-22T16:15:51.851" v="127" actId="1076"/>
          <ac:spMkLst>
            <pc:docMk/>
            <pc:sldMk cId="496928757" sldId="264"/>
            <ac:spMk id="13" creationId="{CCD1F384-E3F5-4DF5-A929-099C21F6E123}"/>
          </ac:spMkLst>
        </pc:spChg>
        <pc:spChg chg="mod">
          <ac:chgData name="Robin POURCEL" userId="S::robin.pourcel_cirad.fr#ext#@cragx.onmicrosoft.com::16908c1b-1d63-430e-9202-cb45ba71abd6" providerId="AD" clId="Web-{00000000-0000-0000-0000-000000000000}" dt="2026-09-22T16:15:51.851" v="128" actId="1076"/>
          <ac:spMkLst>
            <pc:docMk/>
            <pc:sldMk cId="496928757" sldId="264"/>
            <ac:spMk id="14" creationId="{8E5B09EE-E338-47F3-943C-7AD41448378B}"/>
          </ac:spMkLst>
        </pc:spChg>
        <pc:spChg chg="mod">
          <ac:chgData name="Robin POURCEL" userId="S::robin.pourcel_cirad.fr#ext#@cragx.onmicrosoft.com::16908c1b-1d63-430e-9202-cb45ba71abd6" providerId="AD" clId="Web-{00000000-0000-0000-0000-000000000000}" dt="2026-09-22T16:15:51.882" v="130" actId="1076"/>
          <ac:spMkLst>
            <pc:docMk/>
            <pc:sldMk cId="496928757" sldId="264"/>
            <ac:spMk id="16" creationId="{A32D530D-8491-4CF8-989A-3F6A614AF493}"/>
          </ac:spMkLst>
        </pc:spChg>
        <pc:spChg chg="mod">
          <ac:chgData name="Robin POURCEL" userId="S::robin.pourcel_cirad.fr#ext#@cragx.onmicrosoft.com::16908c1b-1d63-430e-9202-cb45ba71abd6" providerId="AD" clId="Web-{00000000-0000-0000-0000-000000000000}" dt="2026-09-22T16:15:51.898" v="132" actId="1076"/>
          <ac:spMkLst>
            <pc:docMk/>
            <pc:sldMk cId="496928757" sldId="264"/>
            <ac:spMk id="18" creationId="{A6ADA313-E951-4669-A22E-1365A4DB797D}"/>
          </ac:spMkLst>
        </pc:spChg>
        <pc:spChg chg="ord">
          <ac:chgData name="Robin POURCEL" userId="S::robin.pourcel_cirad.fr#ext#@cragx.onmicrosoft.com::16908c1b-1d63-430e-9202-cb45ba71abd6" providerId="AD" clId="Web-{00000000-0000-0000-0000-000000000000}" dt="2026-09-22T16:15:42.148" v="110"/>
          <ac:spMkLst>
            <pc:docMk/>
            <pc:sldMk cId="496928757" sldId="264"/>
            <ac:spMk id="42" creationId="{BC9EF7A9-B86C-4AB5-BA76-1961FB233813}"/>
          </ac:spMkLst>
        </pc:spChg>
        <pc:spChg chg="mod ord">
          <ac:chgData name="Robin POURCEL" userId="S::robin.pourcel_cirad.fr#ext#@cragx.onmicrosoft.com::16908c1b-1d63-430e-9202-cb45ba71abd6" providerId="AD" clId="Web-{00000000-0000-0000-0000-000000000000}" dt="2026-09-22T16:57:33.723" v="684" actId="20577"/>
          <ac:spMkLst>
            <pc:docMk/>
            <pc:sldMk cId="496928757" sldId="264"/>
            <ac:spMk id="43" creationId="{E1A58A2E-1A24-4032-9DBF-64E021C5C1C6}"/>
          </ac:spMkLst>
        </pc:spChg>
        <pc:picChg chg="mod">
          <ac:chgData name="Robin POURCEL" userId="S::robin.pourcel_cirad.fr#ext#@cragx.onmicrosoft.com::16908c1b-1d63-430e-9202-cb45ba71abd6" providerId="AD" clId="Web-{00000000-0000-0000-0000-000000000000}" dt="2026-09-22T16:15:51.835" v="125" actId="1076"/>
          <ac:picMkLst>
            <pc:docMk/>
            <pc:sldMk cId="496928757" sldId="264"/>
            <ac:picMk id="6" creationId="{9BAD3EB0-285A-4E05-B344-91BB4B76E89E}"/>
          </ac:picMkLst>
        </pc:picChg>
        <pc:picChg chg="add del mod">
          <ac:chgData name="Robin POURCEL" userId="S::robin.pourcel_cirad.fr#ext#@cragx.onmicrosoft.com::16908c1b-1d63-430e-9202-cb45ba71abd6" providerId="AD" clId="Web-{00000000-0000-0000-0000-000000000000}" dt="2026-09-22T17:24:28.919" v="781"/>
          <ac:picMkLst>
            <pc:docMk/>
            <pc:sldMk cId="496928757" sldId="264"/>
            <ac:picMk id="24" creationId="{238F55E5-4CF5-D75B-8BF8-0F64D4CF0DCC}"/>
          </ac:picMkLst>
        </pc:picChg>
        <pc:picChg chg="add del mod">
          <ac:chgData name="Robin POURCEL" userId="S::robin.pourcel_cirad.fr#ext#@cragx.onmicrosoft.com::16908c1b-1d63-430e-9202-cb45ba71abd6" providerId="AD" clId="Web-{00000000-0000-0000-0000-000000000000}" dt="2026-09-22T17:24:34.310" v="783"/>
          <ac:picMkLst>
            <pc:docMk/>
            <pc:sldMk cId="496928757" sldId="264"/>
            <ac:picMk id="25" creationId="{86EF5624-9CF0-53B2-6D5C-E2EA898D1997}"/>
          </ac:picMkLst>
        </pc:picChg>
        <pc:cxnChg chg="mod">
          <ac:chgData name="Robin POURCEL" userId="S::robin.pourcel_cirad.fr#ext#@cragx.onmicrosoft.com::16908c1b-1d63-430e-9202-cb45ba71abd6" providerId="AD" clId="Web-{00000000-0000-0000-0000-000000000000}" dt="2026-09-22T16:15:51.867" v="129" actId="1076"/>
          <ac:cxnSpMkLst>
            <pc:docMk/>
            <pc:sldMk cId="496928757" sldId="264"/>
            <ac:cxnSpMk id="15" creationId="{DF8FFD1F-CD10-4FD1-8775-5F6B4A3A8776}"/>
          </ac:cxnSpMkLst>
        </pc:cxnChg>
        <pc:cxnChg chg="mod">
          <ac:chgData name="Robin POURCEL" userId="S::robin.pourcel_cirad.fr#ext#@cragx.onmicrosoft.com::16908c1b-1d63-430e-9202-cb45ba71abd6" providerId="AD" clId="Web-{00000000-0000-0000-0000-000000000000}" dt="2026-09-22T16:15:51.882" v="131" actId="1076"/>
          <ac:cxnSpMkLst>
            <pc:docMk/>
            <pc:sldMk cId="496928757" sldId="264"/>
            <ac:cxnSpMk id="17" creationId="{44D29D00-C8BC-48BB-AABC-D8B8EBCB7E5B}"/>
          </ac:cxnSpMkLst>
        </pc:cxnChg>
        <pc:cxnChg chg="mod">
          <ac:chgData name="Robin POURCEL" userId="S::robin.pourcel_cirad.fr#ext#@cragx.onmicrosoft.com::16908c1b-1d63-430e-9202-cb45ba71abd6" providerId="AD" clId="Web-{00000000-0000-0000-0000-000000000000}" dt="2026-09-22T16:15:51.898" v="133" actId="1076"/>
          <ac:cxnSpMkLst>
            <pc:docMk/>
            <pc:sldMk cId="496928757" sldId="264"/>
            <ac:cxnSpMk id="19" creationId="{45188E90-90D5-4C7E-8F65-AA184EBA6F5F}"/>
          </ac:cxnSpMkLst>
        </pc:cxnChg>
        <pc:cxnChg chg="mod">
          <ac:chgData name="Robin POURCEL" userId="S::robin.pourcel_cirad.fr#ext#@cragx.onmicrosoft.com::16908c1b-1d63-430e-9202-cb45ba71abd6" providerId="AD" clId="Web-{00000000-0000-0000-0000-000000000000}" dt="2026-09-22T16:15:51.914" v="134" actId="1076"/>
          <ac:cxnSpMkLst>
            <pc:docMk/>
            <pc:sldMk cId="496928757" sldId="264"/>
            <ac:cxnSpMk id="20" creationId="{851CB61B-92E9-441D-9F23-6FD0FC8D31DA}"/>
          </ac:cxnSpMkLst>
        </pc:cxnChg>
        <pc:cxnChg chg="mod">
          <ac:chgData name="Robin POURCEL" userId="S::robin.pourcel_cirad.fr#ext#@cragx.onmicrosoft.com::16908c1b-1d63-430e-9202-cb45ba71abd6" providerId="AD" clId="Web-{00000000-0000-0000-0000-000000000000}" dt="2026-09-22T16:15:51.914" v="135" actId="1076"/>
          <ac:cxnSpMkLst>
            <pc:docMk/>
            <pc:sldMk cId="496928757" sldId="264"/>
            <ac:cxnSpMk id="21" creationId="{5F17BA87-FAA7-4C9A-843D-F6F64F42DE52}"/>
          </ac:cxnSpMkLst>
        </pc:cxnChg>
        <pc:cxnChg chg="mod">
          <ac:chgData name="Robin POURCEL" userId="S::robin.pourcel_cirad.fr#ext#@cragx.onmicrosoft.com::16908c1b-1d63-430e-9202-cb45ba71abd6" providerId="AD" clId="Web-{00000000-0000-0000-0000-000000000000}" dt="2026-09-22T16:15:51.914" v="136" actId="1076"/>
          <ac:cxnSpMkLst>
            <pc:docMk/>
            <pc:sldMk cId="496928757" sldId="264"/>
            <ac:cxnSpMk id="22" creationId="{1D837178-B394-4B5C-8AC1-0E36684549A5}"/>
          </ac:cxnSpMkLst>
        </pc:cxnChg>
      </pc:sldChg>
      <pc:sldChg chg="addSp delSp modSp delAnim">
        <pc:chgData name="Robin POURCEL" userId="S::robin.pourcel_cirad.fr#ext#@cragx.onmicrosoft.com::16908c1b-1d63-430e-9202-cb45ba71abd6" providerId="AD" clId="Web-{00000000-0000-0000-0000-000000000000}" dt="2026-09-22T17:28:38.612" v="810"/>
        <pc:sldMkLst>
          <pc:docMk/>
          <pc:sldMk cId="1477947373" sldId="266"/>
        </pc:sldMkLst>
        <pc:spChg chg="ord">
          <ac:chgData name="Robin POURCEL" userId="S::robin.pourcel_cirad.fr#ext#@cragx.onmicrosoft.com::16908c1b-1d63-430e-9202-cb45ba71abd6" providerId="AD" clId="Web-{00000000-0000-0000-0000-000000000000}" dt="2026-09-22T17:28:36.159" v="809"/>
          <ac:spMkLst>
            <pc:docMk/>
            <pc:sldMk cId="1477947373" sldId="266"/>
            <ac:spMk id="8" creationId="{703A4285-7350-4B41-9106-24F6ADEE9D9A}"/>
          </ac:spMkLst>
        </pc:spChg>
        <pc:spChg chg="ord">
          <ac:chgData name="Robin POURCEL" userId="S::robin.pourcel_cirad.fr#ext#@cragx.onmicrosoft.com::16908c1b-1d63-430e-9202-cb45ba71abd6" providerId="AD" clId="Web-{00000000-0000-0000-0000-000000000000}" dt="2026-09-22T17:28:36.159" v="806"/>
          <ac:spMkLst>
            <pc:docMk/>
            <pc:sldMk cId="1477947373" sldId="266"/>
            <ac:spMk id="13" creationId="{C3C93265-DDE8-419C-81F4-1FDA46D147D3}"/>
          </ac:spMkLst>
        </pc:spChg>
        <pc:picChg chg="add del mod">
          <ac:chgData name="Robin POURCEL" userId="S::robin.pourcel_cirad.fr#ext#@cragx.onmicrosoft.com::16908c1b-1d63-430e-9202-cb45ba71abd6" providerId="AD" clId="Web-{00000000-0000-0000-0000-000000000000}" dt="2026-09-22T17:14:30.885" v="759"/>
          <ac:picMkLst>
            <pc:docMk/>
            <pc:sldMk cId="1477947373" sldId="266"/>
            <ac:picMk id="2" creationId="{2CE8FBF8-F2E1-7A87-A13A-69BF6C8C98AB}"/>
          </ac:picMkLst>
        </pc:picChg>
        <pc:picChg chg="add del mod">
          <ac:chgData name="Robin POURCEL" userId="S::robin.pourcel_cirad.fr#ext#@cragx.onmicrosoft.com::16908c1b-1d63-430e-9202-cb45ba71abd6" providerId="AD" clId="Web-{00000000-0000-0000-0000-000000000000}" dt="2026-09-22T17:14:29.651" v="758"/>
          <ac:picMkLst>
            <pc:docMk/>
            <pc:sldMk cId="1477947373" sldId="266"/>
            <ac:picMk id="3" creationId="{337948B3-A9B1-6816-EB2C-129DA05F4BE4}"/>
          </ac:picMkLst>
        </pc:picChg>
        <pc:picChg chg="add del mod">
          <ac:chgData name="Robin POURCEL" userId="S::robin.pourcel_cirad.fr#ext#@cragx.onmicrosoft.com::16908c1b-1d63-430e-9202-cb45ba71abd6" providerId="AD" clId="Web-{00000000-0000-0000-0000-000000000000}" dt="2026-09-22T17:14:28.963" v="757"/>
          <ac:picMkLst>
            <pc:docMk/>
            <pc:sldMk cId="1477947373" sldId="266"/>
            <ac:picMk id="4" creationId="{AA58C8CB-FF12-7AF5-4082-0D3013A4CAFB}"/>
          </ac:picMkLst>
        </pc:picChg>
        <pc:picChg chg="add del mod">
          <ac:chgData name="Robin POURCEL" userId="S::robin.pourcel_cirad.fr#ext#@cragx.onmicrosoft.com::16908c1b-1d63-430e-9202-cb45ba71abd6" providerId="AD" clId="Web-{00000000-0000-0000-0000-000000000000}" dt="2026-09-22T17:14:27.698" v="756"/>
          <ac:picMkLst>
            <pc:docMk/>
            <pc:sldMk cId="1477947373" sldId="266"/>
            <ac:picMk id="5" creationId="{6CC93E22-E729-158E-5953-E7706E263B06}"/>
          </ac:picMkLst>
        </pc:picChg>
        <pc:picChg chg="add del mod">
          <ac:chgData name="Robin POURCEL" userId="S::robin.pourcel_cirad.fr#ext#@cragx.onmicrosoft.com::16908c1b-1d63-430e-9202-cb45ba71abd6" providerId="AD" clId="Web-{00000000-0000-0000-0000-000000000000}" dt="2026-09-22T17:14:26.385" v="755"/>
          <ac:picMkLst>
            <pc:docMk/>
            <pc:sldMk cId="1477947373" sldId="266"/>
            <ac:picMk id="6" creationId="{5CDC2AEF-144E-AAF0-591D-8BAFD269B121}"/>
          </ac:picMkLst>
        </pc:picChg>
        <pc:picChg chg="add del mod">
          <ac:chgData name="Robin POURCEL" userId="S::robin.pourcel_cirad.fr#ext#@cragx.onmicrosoft.com::16908c1b-1d63-430e-9202-cb45ba71abd6" providerId="AD" clId="Web-{00000000-0000-0000-0000-000000000000}" dt="2026-09-22T17:14:24.666" v="754"/>
          <ac:picMkLst>
            <pc:docMk/>
            <pc:sldMk cId="1477947373" sldId="266"/>
            <ac:picMk id="7" creationId="{FBA69C76-682A-07AA-EBBC-D96825337D44}"/>
          </ac:picMkLst>
        </pc:picChg>
        <pc:picChg chg="add del mod ord">
          <ac:chgData name="Robin POURCEL" userId="S::robin.pourcel_cirad.fr#ext#@cragx.onmicrosoft.com::16908c1b-1d63-430e-9202-cb45ba71abd6" providerId="AD" clId="Web-{00000000-0000-0000-0000-000000000000}" dt="2026-09-22T17:28:38.612" v="810"/>
          <ac:picMkLst>
            <pc:docMk/>
            <pc:sldMk cId="1477947373" sldId="266"/>
            <ac:picMk id="9" creationId="{CFD5EF9F-9DE4-D6DD-42F6-CCCE7EA649B3}"/>
          </ac:picMkLst>
        </pc:picChg>
        <pc:picChg chg="add del mod">
          <ac:chgData name="Robin POURCEL" userId="S::robin.pourcel_cirad.fr#ext#@cragx.onmicrosoft.com::16908c1b-1d63-430e-9202-cb45ba71abd6" providerId="AD" clId="Web-{00000000-0000-0000-0000-000000000000}" dt="2026-09-22T17:19:08.230" v="779"/>
          <ac:picMkLst>
            <pc:docMk/>
            <pc:sldMk cId="1477947373" sldId="266"/>
            <ac:picMk id="14" creationId="{688FBDD6-F17A-4A63-5E1C-55FE2CEC21D0}"/>
          </ac:picMkLst>
        </pc:picChg>
        <pc:picChg chg="del">
          <ac:chgData name="Robin POURCEL" userId="S::robin.pourcel_cirad.fr#ext#@cragx.onmicrosoft.com::16908c1b-1d63-430e-9202-cb45ba71abd6" providerId="AD" clId="Web-{00000000-0000-0000-0000-000000000000}" dt="2026-09-22T17:14:02.790" v="728"/>
          <ac:picMkLst>
            <pc:docMk/>
            <pc:sldMk cId="1477947373" sldId="266"/>
            <ac:picMk id="23" creationId="{CA2031AB-AD9D-4F7B-9A23-484326335FCF}"/>
          </ac:picMkLst>
        </pc:picChg>
        <pc:picChg chg="del">
          <ac:chgData name="Robin POURCEL" userId="S::robin.pourcel_cirad.fr#ext#@cragx.onmicrosoft.com::16908c1b-1d63-430e-9202-cb45ba71abd6" providerId="AD" clId="Web-{00000000-0000-0000-0000-000000000000}" dt="2026-09-22T17:14:02.805" v="734"/>
          <ac:picMkLst>
            <pc:docMk/>
            <pc:sldMk cId="1477947373" sldId="266"/>
            <ac:picMk id="25" creationId="{C3898C85-07F5-473F-AD15-925354E15DF9}"/>
          </ac:picMkLst>
        </pc:picChg>
        <pc:picChg chg="del">
          <ac:chgData name="Robin POURCEL" userId="S::robin.pourcel_cirad.fr#ext#@cragx.onmicrosoft.com::16908c1b-1d63-430e-9202-cb45ba71abd6" providerId="AD" clId="Web-{00000000-0000-0000-0000-000000000000}" dt="2026-09-22T17:14:02.805" v="733"/>
          <ac:picMkLst>
            <pc:docMk/>
            <pc:sldMk cId="1477947373" sldId="266"/>
            <ac:picMk id="27" creationId="{9C470ED9-2D11-4E3A-B4D3-9B4EE5D67C6B}"/>
          </ac:picMkLst>
        </pc:picChg>
        <pc:picChg chg="del">
          <ac:chgData name="Robin POURCEL" userId="S::robin.pourcel_cirad.fr#ext#@cragx.onmicrosoft.com::16908c1b-1d63-430e-9202-cb45ba71abd6" providerId="AD" clId="Web-{00000000-0000-0000-0000-000000000000}" dt="2026-09-22T17:14:02.805" v="732"/>
          <ac:picMkLst>
            <pc:docMk/>
            <pc:sldMk cId="1477947373" sldId="266"/>
            <ac:picMk id="29" creationId="{6186C94C-F5D0-403D-99BE-D93190C731E7}"/>
          </ac:picMkLst>
        </pc:picChg>
        <pc:picChg chg="del">
          <ac:chgData name="Robin POURCEL" userId="S::robin.pourcel_cirad.fr#ext#@cragx.onmicrosoft.com::16908c1b-1d63-430e-9202-cb45ba71abd6" providerId="AD" clId="Web-{00000000-0000-0000-0000-000000000000}" dt="2026-09-22T17:14:02.805" v="731"/>
          <ac:picMkLst>
            <pc:docMk/>
            <pc:sldMk cId="1477947373" sldId="266"/>
            <ac:picMk id="31" creationId="{16F84DBA-D319-46E2-A771-E08F6C24045F}"/>
          </ac:picMkLst>
        </pc:picChg>
        <pc:picChg chg="del">
          <ac:chgData name="Robin POURCEL" userId="S::robin.pourcel_cirad.fr#ext#@cragx.onmicrosoft.com::16908c1b-1d63-430e-9202-cb45ba71abd6" providerId="AD" clId="Web-{00000000-0000-0000-0000-000000000000}" dt="2026-09-22T17:14:02.805" v="730"/>
          <ac:picMkLst>
            <pc:docMk/>
            <pc:sldMk cId="1477947373" sldId="266"/>
            <ac:picMk id="33" creationId="{CECCD0C3-87C3-42D9-9120-60B97E4F4DBF}"/>
          </ac:picMkLst>
        </pc:picChg>
        <pc:picChg chg="del">
          <ac:chgData name="Robin POURCEL" userId="S::robin.pourcel_cirad.fr#ext#@cragx.onmicrosoft.com::16908c1b-1d63-430e-9202-cb45ba71abd6" providerId="AD" clId="Web-{00000000-0000-0000-0000-000000000000}" dt="2026-09-22T17:14:02.805" v="729"/>
          <ac:picMkLst>
            <pc:docMk/>
            <pc:sldMk cId="1477947373" sldId="266"/>
            <ac:picMk id="35" creationId="{CA558FD1-D3AF-4748-A928-6A4BCB4ADFA5}"/>
          </ac:picMkLst>
        </pc:picChg>
      </pc:sldChg>
      <pc:sldChg chg="addSp modSp">
        <pc:chgData name="Robin POURCEL" userId="S::robin.pourcel_cirad.fr#ext#@cragx.onmicrosoft.com::16908c1b-1d63-430e-9202-cb45ba71abd6" providerId="AD" clId="Web-{00000000-0000-0000-0000-000000000000}" dt="2026-09-22T15:59:31.909" v="28" actId="20577"/>
        <pc:sldMkLst>
          <pc:docMk/>
          <pc:sldMk cId="2924892106" sldId="267"/>
        </pc:sldMkLst>
        <pc:spChg chg="add mod">
          <ac:chgData name="Robin POURCEL" userId="S::robin.pourcel_cirad.fr#ext#@cragx.onmicrosoft.com::16908c1b-1d63-430e-9202-cb45ba71abd6" providerId="AD" clId="Web-{00000000-0000-0000-0000-000000000000}" dt="2026-09-22T15:59:31.909" v="28" actId="20577"/>
          <ac:spMkLst>
            <pc:docMk/>
            <pc:sldMk cId="2924892106" sldId="267"/>
            <ac:spMk id="5" creationId="{3D6681D7-A391-AB10-3779-F5E4D4A7C251}"/>
          </ac:spMkLst>
        </pc:spChg>
        <pc:spChg chg="mod">
          <ac:chgData name="Robin POURCEL" userId="S::robin.pourcel_cirad.fr#ext#@cragx.onmicrosoft.com::16908c1b-1d63-430e-9202-cb45ba71abd6" providerId="AD" clId="Web-{00000000-0000-0000-0000-000000000000}" dt="2026-09-22T15:58:42.409" v="11" actId="20577"/>
          <ac:spMkLst>
            <pc:docMk/>
            <pc:sldMk cId="2924892106" sldId="267"/>
            <ac:spMk id="13" creationId="{9213A3CF-4C67-4333-8F2D-DDAC52ED6A82}"/>
          </ac:spMkLst>
        </pc:spChg>
      </pc:sldChg>
      <pc:sldChg chg="modSp">
        <pc:chgData name="Robin POURCEL" userId="S::robin.pourcel_cirad.fr#ext#@cragx.onmicrosoft.com::16908c1b-1d63-430e-9202-cb45ba71abd6" providerId="AD" clId="Web-{00000000-0000-0000-0000-000000000000}" dt="2026-09-22T15:58:32.628" v="5" actId="20577"/>
        <pc:sldMkLst>
          <pc:docMk/>
          <pc:sldMk cId="106548780" sldId="271"/>
        </pc:sldMkLst>
        <pc:spChg chg="mod">
          <ac:chgData name="Robin POURCEL" userId="S::robin.pourcel_cirad.fr#ext#@cragx.onmicrosoft.com::16908c1b-1d63-430e-9202-cb45ba71abd6" providerId="AD" clId="Web-{00000000-0000-0000-0000-000000000000}" dt="2026-09-22T15:58:32.628" v="5" actId="20577"/>
          <ac:spMkLst>
            <pc:docMk/>
            <pc:sldMk cId="106548780" sldId="271"/>
            <ac:spMk id="9" creationId="{627A4BDD-F1C3-489F-BF14-2AFE2AFC02B4}"/>
          </ac:spMkLst>
        </pc:spChg>
      </pc:sldChg>
      <pc:sldChg chg="addSp delSp modSp add ord replId delAnim">
        <pc:chgData name="Robin POURCEL" userId="S::robin.pourcel_cirad.fr#ext#@cragx.onmicrosoft.com::16908c1b-1d63-430e-9202-cb45ba71abd6" providerId="AD" clId="Web-{00000000-0000-0000-0000-000000000000}" dt="2026-09-22T16:57:26.051" v="677" actId="20577"/>
        <pc:sldMkLst>
          <pc:docMk/>
          <pc:sldMk cId="3536360384" sldId="301"/>
        </pc:sldMkLst>
        <pc:spChg chg="add del mod">
          <ac:chgData name="Robin POURCEL" userId="S::robin.pourcel_cirad.fr#ext#@cragx.onmicrosoft.com::16908c1b-1d63-430e-9202-cb45ba71abd6" providerId="AD" clId="Web-{00000000-0000-0000-0000-000000000000}" dt="2026-09-22T16:14:01.116" v="71"/>
          <ac:spMkLst>
            <pc:docMk/>
            <pc:sldMk cId="3536360384" sldId="301"/>
            <ac:spMk id="5" creationId="{7D8B1ADD-FB9A-8FC7-F475-B83A90176857}"/>
          </ac:spMkLst>
        </pc:spChg>
        <pc:spChg chg="add del">
          <ac:chgData name="Robin POURCEL" userId="S::robin.pourcel_cirad.fr#ext#@cragx.onmicrosoft.com::16908c1b-1d63-430e-9202-cb45ba71abd6" providerId="AD" clId="Web-{00000000-0000-0000-0000-000000000000}" dt="2026-09-22T16:13:56.741" v="69"/>
          <ac:spMkLst>
            <pc:docMk/>
            <pc:sldMk cId="3536360384" sldId="301"/>
            <ac:spMk id="6" creationId="{195FDD73-F25D-C928-7E3C-F504F3701C85}"/>
          </ac:spMkLst>
        </pc:spChg>
        <pc:spChg chg="add mod">
          <ac:chgData name="Robin POURCEL" userId="S::robin.pourcel_cirad.fr#ext#@cragx.onmicrosoft.com::16908c1b-1d63-430e-9202-cb45ba71abd6" providerId="AD" clId="Web-{00000000-0000-0000-0000-000000000000}" dt="2026-09-22T16:15:14.007" v="97" actId="1076"/>
          <ac:spMkLst>
            <pc:docMk/>
            <pc:sldMk cId="3536360384" sldId="301"/>
            <ac:spMk id="7" creationId="{5CB1917D-D604-FE2A-C41C-BFF1A8038E4A}"/>
          </ac:spMkLst>
        </pc:spChg>
        <pc:spChg chg="add del">
          <ac:chgData name="Robin POURCEL" userId="S::robin.pourcel_cirad.fr#ext#@cragx.onmicrosoft.com::16908c1b-1d63-430e-9202-cb45ba71abd6" providerId="AD" clId="Web-{00000000-0000-0000-0000-000000000000}" dt="2026-09-22T16:15:08.554" v="95"/>
          <ac:spMkLst>
            <pc:docMk/>
            <pc:sldMk cId="3536360384" sldId="301"/>
            <ac:spMk id="8" creationId="{D0953E69-2A7D-F1C2-C3A3-DEEEDF211CC2}"/>
          </ac:spMkLst>
        </pc:spChg>
        <pc:spChg chg="del mod">
          <ac:chgData name="Robin POURCEL" userId="S::robin.pourcel_cirad.fr#ext#@cragx.onmicrosoft.com::16908c1b-1d63-430e-9202-cb45ba71abd6" providerId="AD" clId="Web-{00000000-0000-0000-0000-000000000000}" dt="2026-09-22T16:12:07.178" v="54"/>
          <ac:spMkLst>
            <pc:docMk/>
            <pc:sldMk cId="3536360384" sldId="301"/>
            <ac:spMk id="9" creationId="{FE811E0E-953C-5005-2B36-A13E18880A10}"/>
          </ac:spMkLst>
        </pc:spChg>
        <pc:spChg chg="mod">
          <ac:chgData name="Robin POURCEL" userId="S::robin.pourcel_cirad.fr#ext#@cragx.onmicrosoft.com::16908c1b-1d63-430e-9202-cb45ba71abd6" providerId="AD" clId="Web-{00000000-0000-0000-0000-000000000000}" dt="2026-09-22T16:12:02.116" v="52" actId="20577"/>
          <ac:spMkLst>
            <pc:docMk/>
            <pc:sldMk cId="3536360384" sldId="301"/>
            <ac:spMk id="13" creationId="{79D6CA7B-A0E2-CD11-7876-285223700026}"/>
          </ac:spMkLst>
        </pc:spChg>
        <pc:spChg chg="del mod">
          <ac:chgData name="Robin POURCEL" userId="S::robin.pourcel_cirad.fr#ext#@cragx.onmicrosoft.com::16908c1b-1d63-430e-9202-cb45ba71abd6" providerId="AD" clId="Web-{00000000-0000-0000-0000-000000000000}" dt="2026-09-22T16:18:47.524" v="198"/>
          <ac:spMkLst>
            <pc:docMk/>
            <pc:sldMk cId="3536360384" sldId="301"/>
            <ac:spMk id="14" creationId="{A2CF63E1-5766-E1A9-E02B-765ADFFF2DA6}"/>
          </ac:spMkLst>
        </pc:spChg>
        <pc:spChg chg="add del mod">
          <ac:chgData name="Robin POURCEL" userId="S::robin.pourcel_cirad.fr#ext#@cragx.onmicrosoft.com::16908c1b-1d63-430e-9202-cb45ba71abd6" providerId="AD" clId="Web-{00000000-0000-0000-0000-000000000000}" dt="2026-09-22T16:18:33.852" v="192"/>
          <ac:spMkLst>
            <pc:docMk/>
            <pc:sldMk cId="3536360384" sldId="301"/>
            <ac:spMk id="24" creationId="{B7CCFADD-F16F-7A56-1727-D92ADB4E42DE}"/>
          </ac:spMkLst>
        </pc:spChg>
        <pc:spChg chg="add mod">
          <ac:chgData name="Robin POURCEL" userId="S::robin.pourcel_cirad.fr#ext#@cragx.onmicrosoft.com::16908c1b-1d63-430e-9202-cb45ba71abd6" providerId="AD" clId="Web-{00000000-0000-0000-0000-000000000000}" dt="2026-09-22T16:18:42.242" v="195" actId="14100"/>
          <ac:spMkLst>
            <pc:docMk/>
            <pc:sldMk cId="3536360384" sldId="301"/>
            <ac:spMk id="25" creationId="{86E1BCE2-8E46-074D-E1A1-3553D956F5AA}"/>
          </ac:spMkLst>
        </pc:spChg>
        <pc:spChg chg="ord">
          <ac:chgData name="Robin POURCEL" userId="S::robin.pourcel_cirad.fr#ext#@cragx.onmicrosoft.com::16908c1b-1d63-430e-9202-cb45ba71abd6" providerId="AD" clId="Web-{00000000-0000-0000-0000-000000000000}" dt="2026-09-22T16:14:53.976" v="90"/>
          <ac:spMkLst>
            <pc:docMk/>
            <pc:sldMk cId="3536360384" sldId="301"/>
            <ac:spMk id="42" creationId="{2111A0D2-105E-7A7D-8CA0-D50257AB0232}"/>
          </ac:spMkLst>
        </pc:spChg>
        <pc:spChg chg="mod ord">
          <ac:chgData name="Robin POURCEL" userId="S::robin.pourcel_cirad.fr#ext#@cragx.onmicrosoft.com::16908c1b-1d63-430e-9202-cb45ba71abd6" providerId="AD" clId="Web-{00000000-0000-0000-0000-000000000000}" dt="2026-09-22T16:57:26.051" v="677" actId="20577"/>
          <ac:spMkLst>
            <pc:docMk/>
            <pc:sldMk cId="3536360384" sldId="301"/>
            <ac:spMk id="43" creationId="{24A272D2-FE14-142B-6873-CC72D5A6D347}"/>
          </ac:spMkLst>
        </pc:spChg>
        <pc:picChg chg="add del mod">
          <ac:chgData name="Robin POURCEL" userId="S::robin.pourcel_cirad.fr#ext#@cragx.onmicrosoft.com::16908c1b-1d63-430e-9202-cb45ba71abd6" providerId="AD" clId="Web-{00000000-0000-0000-0000-000000000000}" dt="2026-09-22T16:09:47.568" v="37"/>
          <ac:picMkLst>
            <pc:docMk/>
            <pc:sldMk cId="3536360384" sldId="301"/>
            <ac:picMk id="2" creationId="{3F9ED1CE-84A1-ABD8-0E1D-6CFAD2EC0B54}"/>
          </ac:picMkLst>
        </pc:picChg>
        <pc:picChg chg="add mod ord modCrop">
          <ac:chgData name="Robin POURCEL" userId="S::robin.pourcel_cirad.fr#ext#@cragx.onmicrosoft.com::16908c1b-1d63-430e-9202-cb45ba71abd6" providerId="AD" clId="Web-{00000000-0000-0000-0000-000000000000}" dt="2026-09-22T16:12:35.522" v="56" actId="1076"/>
          <ac:picMkLst>
            <pc:docMk/>
            <pc:sldMk cId="3536360384" sldId="301"/>
            <ac:picMk id="3" creationId="{A27625BD-F4A8-F940-53D9-4BA7763338F0}"/>
          </ac:picMkLst>
        </pc:picChg>
        <pc:picChg chg="del">
          <ac:chgData name="Robin POURCEL" userId="S::robin.pourcel_cirad.fr#ext#@cragx.onmicrosoft.com::16908c1b-1d63-430e-9202-cb45ba71abd6" providerId="AD" clId="Web-{00000000-0000-0000-0000-000000000000}" dt="2026-09-22T16:10:51.740" v="38"/>
          <ac:picMkLst>
            <pc:docMk/>
            <pc:sldMk cId="3536360384" sldId="301"/>
            <ac:picMk id="4" creationId="{941675E3-4A96-4D76-0FFE-374A79D87452}"/>
          </ac:picMkLst>
        </pc:picChg>
        <pc:cxnChg chg="del mod">
          <ac:chgData name="Robin POURCEL" userId="S::robin.pourcel_cirad.fr#ext#@cragx.onmicrosoft.com::16908c1b-1d63-430e-9202-cb45ba71abd6" providerId="AD" clId="Web-{00000000-0000-0000-0000-000000000000}" dt="2026-09-22T16:18:45.946" v="197"/>
          <ac:cxnSpMkLst>
            <pc:docMk/>
            <pc:sldMk cId="3536360384" sldId="301"/>
            <ac:cxnSpMk id="15" creationId="{E85B5FF5-3F20-409C-6015-6A206B7197CD}"/>
          </ac:cxnSpMkLst>
        </pc:cxnChg>
        <pc:cxnChg chg="mod">
          <ac:chgData name="Robin POURCEL" userId="S::robin.pourcel_cirad.fr#ext#@cragx.onmicrosoft.com::16908c1b-1d63-430e-9202-cb45ba71abd6" providerId="AD" clId="Web-{00000000-0000-0000-0000-000000000000}" dt="2026-09-22T16:11:37.178" v="48" actId="1076"/>
          <ac:cxnSpMkLst>
            <pc:docMk/>
            <pc:sldMk cId="3536360384" sldId="301"/>
            <ac:cxnSpMk id="19" creationId="{E92945A8-B1F3-7372-C700-353F21B2B0B2}"/>
          </ac:cxnSpMkLst>
        </pc:cxnChg>
        <pc:cxnChg chg="mod">
          <ac:chgData name="Robin POURCEL" userId="S::robin.pourcel_cirad.fr#ext#@cragx.onmicrosoft.com::16908c1b-1d63-430e-9202-cb45ba71abd6" providerId="AD" clId="Web-{00000000-0000-0000-0000-000000000000}" dt="2026-09-22T16:11:24.819" v="45" actId="1076"/>
          <ac:cxnSpMkLst>
            <pc:docMk/>
            <pc:sldMk cId="3536360384" sldId="301"/>
            <ac:cxnSpMk id="20" creationId="{79B8ADF3-308B-E9D6-DCA1-CFE4092579EA}"/>
          </ac:cxnSpMkLst>
        </pc:cxnChg>
        <pc:cxnChg chg="mod">
          <ac:chgData name="Robin POURCEL" userId="S::robin.pourcel_cirad.fr#ext#@cragx.onmicrosoft.com::16908c1b-1d63-430e-9202-cb45ba71abd6" providerId="AD" clId="Web-{00000000-0000-0000-0000-000000000000}" dt="2026-09-22T16:11:17.053" v="44" actId="1076"/>
          <ac:cxnSpMkLst>
            <pc:docMk/>
            <pc:sldMk cId="3536360384" sldId="301"/>
            <ac:cxnSpMk id="21" creationId="{652C6D05-0048-F887-C765-A4FA5A3AEFDA}"/>
          </ac:cxnSpMkLst>
        </pc:cxnChg>
      </pc:sldChg>
      <pc:sldChg chg="addSp delSp modSp add ord replId delAnim modNotes">
        <pc:chgData name="Robin POURCEL" userId="S::robin.pourcel_cirad.fr#ext#@cragx.onmicrosoft.com::16908c1b-1d63-430e-9202-cb45ba71abd6" providerId="AD" clId="Web-{00000000-0000-0000-0000-000000000000}" dt="2026-09-22T17:00:58.208" v="727" actId="20577"/>
        <pc:sldMkLst>
          <pc:docMk/>
          <pc:sldMk cId="821577625" sldId="302"/>
        </pc:sldMkLst>
        <pc:spChg chg="add del">
          <ac:chgData name="Robin POURCEL" userId="S::robin.pourcel_cirad.fr#ext#@cragx.onmicrosoft.com::16908c1b-1d63-430e-9202-cb45ba71abd6" providerId="AD" clId="Web-{00000000-0000-0000-0000-000000000000}" dt="2026-09-22T16:58:34.786" v="690"/>
          <ac:spMkLst>
            <pc:docMk/>
            <pc:sldMk cId="821577625" sldId="302"/>
            <ac:spMk id="2" creationId="{7054179E-AD52-331E-9805-439C5D0DE2B1}"/>
          </ac:spMkLst>
        </pc:spChg>
        <pc:spChg chg="mod">
          <ac:chgData name="Robin POURCEL" userId="S::robin.pourcel_cirad.fr#ext#@cragx.onmicrosoft.com::16908c1b-1d63-430e-9202-cb45ba71abd6" providerId="AD" clId="Web-{00000000-0000-0000-0000-000000000000}" dt="2026-09-22T17:00:58.208" v="727" actId="20577"/>
          <ac:spMkLst>
            <pc:docMk/>
            <pc:sldMk cId="821577625" sldId="302"/>
            <ac:spMk id="4" creationId="{7331B7F3-9E17-341F-003F-B2C4C4FF514A}"/>
          </ac:spMkLst>
        </pc:spChg>
        <pc:spChg chg="mod">
          <ac:chgData name="Robin POURCEL" userId="S::robin.pourcel_cirad.fr#ext#@cragx.onmicrosoft.com::16908c1b-1d63-430e-9202-cb45ba71abd6" providerId="AD" clId="Web-{00000000-0000-0000-0000-000000000000}" dt="2026-09-22T16:58:46.380" v="691"/>
          <ac:spMkLst>
            <pc:docMk/>
            <pc:sldMk cId="821577625" sldId="302"/>
            <ac:spMk id="12" creationId="{946F66ED-11EA-1EC8-DC68-7A5322539191}"/>
          </ac:spMkLst>
        </pc:spChg>
      </pc:sldChg>
    </pc:docChg>
  </pc:docChgLst>
  <pc:docChgLst>
    <pc:chgData name="Paul ROBIN" userId="S::paul.robin_inrae.fr#ext#@cragx.onmicrosoft.com::7f679a33-19b7-41de-8b42-4b6c1f8c4694" providerId="AD" clId="Web-{6CD20F62-ADD6-12A5-EA47-486C993F757B}"/>
    <pc:docChg chg="modSld">
      <pc:chgData name="Paul ROBIN" userId="S::paul.robin_inrae.fr#ext#@cragx.onmicrosoft.com::7f679a33-19b7-41de-8b42-4b6c1f8c4694" providerId="AD" clId="Web-{6CD20F62-ADD6-12A5-EA47-486C993F757B}" dt="2026-09-22T16:30:55.821" v="172"/>
      <pc:docMkLst>
        <pc:docMk/>
      </pc:docMkLst>
      <pc:sldChg chg="addSp delSp modSp addAnim delAnim modAnim">
        <pc:chgData name="Paul ROBIN" userId="S::paul.robin_inrae.fr#ext#@cragx.onmicrosoft.com::7f679a33-19b7-41de-8b42-4b6c1f8c4694" providerId="AD" clId="Web-{6CD20F62-ADD6-12A5-EA47-486C993F757B}" dt="2026-09-22T16:30:55.821" v="172"/>
        <pc:sldMkLst>
          <pc:docMk/>
          <pc:sldMk cId="1183023497" sldId="268"/>
        </pc:sldMkLst>
        <pc:spChg chg="add mod">
          <ac:chgData name="Paul ROBIN" userId="S::paul.robin_inrae.fr#ext#@cragx.onmicrosoft.com::7f679a33-19b7-41de-8b42-4b6c1f8c4694" providerId="AD" clId="Web-{6CD20F62-ADD6-12A5-EA47-486C993F757B}" dt="2026-09-22T16:26:20.517" v="166" actId="20577"/>
          <ac:spMkLst>
            <pc:docMk/>
            <pc:sldMk cId="1183023497" sldId="268"/>
            <ac:spMk id="6" creationId="{78E1802A-CAB0-BF36-4FAB-3774A29B91BF}"/>
          </ac:spMkLst>
        </pc:spChg>
        <pc:spChg chg="add del mod">
          <ac:chgData name="Paul ROBIN" userId="S::paul.robin_inrae.fr#ext#@cragx.onmicrosoft.com::7f679a33-19b7-41de-8b42-4b6c1f8c4694" providerId="AD" clId="Web-{6CD20F62-ADD6-12A5-EA47-486C993F757B}" dt="2026-09-22T16:24:05.467" v="155"/>
          <ac:spMkLst>
            <pc:docMk/>
            <pc:sldMk cId="1183023497" sldId="268"/>
            <ac:spMk id="7" creationId="{0816C5E3-7D6E-B085-99F9-68B504F415B2}"/>
          </ac:spMkLst>
        </pc:spChg>
        <pc:spChg chg="add mod">
          <ac:chgData name="Paul ROBIN" userId="S::paul.robin_inrae.fr#ext#@cragx.onmicrosoft.com::7f679a33-19b7-41de-8b42-4b6c1f8c4694" providerId="AD" clId="Web-{6CD20F62-ADD6-12A5-EA47-486C993F757B}" dt="2026-09-22T16:26:54.050" v="168"/>
          <ac:spMkLst>
            <pc:docMk/>
            <pc:sldMk cId="1183023497" sldId="268"/>
            <ac:spMk id="14" creationId="{908845F4-EC0A-AE30-ED1E-264265C28D3B}"/>
          </ac:spMkLst>
        </pc:spChg>
        <pc:spChg chg="mod">
          <ac:chgData name="Paul ROBIN" userId="S::paul.robin_inrae.fr#ext#@cragx.onmicrosoft.com::7f679a33-19b7-41de-8b42-4b6c1f8c4694" providerId="AD" clId="Web-{6CD20F62-ADD6-12A5-EA47-486C993F757B}" dt="2026-09-22T16:12:28.652" v="126" actId="1076"/>
          <ac:spMkLst>
            <pc:docMk/>
            <pc:sldMk cId="1183023497" sldId="268"/>
            <ac:spMk id="15" creationId="{70DECBC5-C42A-4E42-8415-C92F5B3CCB3F}"/>
          </ac:spMkLst>
        </pc:spChg>
        <pc:spChg chg="del mod">
          <ac:chgData name="Paul ROBIN" userId="S::paul.robin_inrae.fr#ext#@cragx.onmicrosoft.com::7f679a33-19b7-41de-8b42-4b6c1f8c4694" providerId="AD" clId="Web-{6CD20F62-ADD6-12A5-EA47-486C993F757B}" dt="2026-09-22T16:05:37.876" v="77"/>
          <ac:spMkLst>
            <pc:docMk/>
            <pc:sldMk cId="1183023497" sldId="268"/>
            <ac:spMk id="16" creationId="{EFF47465-7B2E-4AE8-859A-2F38C3F3361A}"/>
          </ac:spMkLst>
        </pc:spChg>
        <pc:spChg chg="add mod">
          <ac:chgData name="Paul ROBIN" userId="S::paul.robin_inrae.fr#ext#@cragx.onmicrosoft.com::7f679a33-19b7-41de-8b42-4b6c1f8c4694" providerId="AD" clId="Web-{6CD20F62-ADD6-12A5-EA47-486C993F757B}" dt="2026-09-22T16:26:44.737" v="167"/>
          <ac:spMkLst>
            <pc:docMk/>
            <pc:sldMk cId="1183023497" sldId="268"/>
            <ac:spMk id="17" creationId="{CA2BD0B8-7AE6-77BB-1472-35948E9B5950}"/>
          </ac:spMkLst>
        </pc:spChg>
        <pc:spChg chg="mod">
          <ac:chgData name="Paul ROBIN" userId="S::paul.robin_inrae.fr#ext#@cragx.onmicrosoft.com::7f679a33-19b7-41de-8b42-4b6c1f8c4694" providerId="AD" clId="Web-{6CD20F62-ADD6-12A5-EA47-486C993F757B}" dt="2026-09-22T16:09:04.428" v="109" actId="1076"/>
          <ac:spMkLst>
            <pc:docMk/>
            <pc:sldMk cId="1183023497" sldId="268"/>
            <ac:spMk id="18" creationId="{4F49DF89-E622-4F32-8C3A-9DB5164771E0}"/>
          </ac:spMkLst>
        </pc:spChg>
        <pc:spChg chg="mod">
          <ac:chgData name="Paul ROBIN" userId="S::paul.robin_inrae.fr#ext#@cragx.onmicrosoft.com::7f679a33-19b7-41de-8b42-4b6c1f8c4694" providerId="AD" clId="Web-{6CD20F62-ADD6-12A5-EA47-486C993F757B}" dt="2026-09-22T16:13:32.138" v="133" actId="1076"/>
          <ac:spMkLst>
            <pc:docMk/>
            <pc:sldMk cId="1183023497" sldId="268"/>
            <ac:spMk id="26" creationId="{693E0D36-7AE2-45C4-8762-1040474E38BA}"/>
          </ac:spMkLst>
        </pc:spChg>
        <pc:picChg chg="mod">
          <ac:chgData name="Paul ROBIN" userId="S::paul.robin_inrae.fr#ext#@cragx.onmicrosoft.com::7f679a33-19b7-41de-8b42-4b6c1f8c4694" providerId="AD" clId="Web-{6CD20F62-ADD6-12A5-EA47-486C993F757B}" dt="2026-09-22T16:13:01.122" v="130" actId="14100"/>
          <ac:picMkLst>
            <pc:docMk/>
            <pc:sldMk cId="1183023497" sldId="268"/>
            <ac:picMk id="13" creationId="{80B333E8-348E-40B1-BFC2-05C5687BC29C}"/>
          </ac:picMkLst>
        </pc:picChg>
        <pc:picChg chg="mod">
          <ac:chgData name="Paul ROBIN" userId="S::paul.robin_inrae.fr#ext#@cragx.onmicrosoft.com::7f679a33-19b7-41de-8b42-4b6c1f8c4694" providerId="AD" clId="Web-{6CD20F62-ADD6-12A5-EA47-486C993F757B}" dt="2026-09-22T16:08:55.646" v="108" actId="1076"/>
          <ac:picMkLst>
            <pc:docMk/>
            <pc:sldMk cId="1183023497" sldId="268"/>
            <ac:picMk id="21" creationId="{F7EB840C-4290-4515-83B9-107D8E5724BF}"/>
          </ac:picMkLst>
        </pc:picChg>
        <pc:picChg chg="mod">
          <ac:chgData name="Paul ROBIN" userId="S::paul.robin_inrae.fr#ext#@cragx.onmicrosoft.com::7f679a33-19b7-41de-8b42-4b6c1f8c4694" providerId="AD" clId="Web-{6CD20F62-ADD6-12A5-EA47-486C993F757B}" dt="2026-09-22T16:13:21.356" v="132" actId="1076"/>
          <ac:picMkLst>
            <pc:docMk/>
            <pc:sldMk cId="1183023497" sldId="268"/>
            <ac:picMk id="23" creationId="{92CD7A0E-2F6C-45AF-8B51-A20D0B67964F}"/>
          </ac:picMkLst>
        </pc:picChg>
        <pc:cxnChg chg="mod">
          <ac:chgData name="Paul ROBIN" userId="S::paul.robin_inrae.fr#ext#@cragx.onmicrosoft.com::7f679a33-19b7-41de-8b42-4b6c1f8c4694" providerId="AD" clId="Web-{6CD20F62-ADD6-12A5-EA47-486C993F757B}" dt="2026-09-22T16:12:28.668" v="127" actId="1076"/>
          <ac:cxnSpMkLst>
            <pc:docMk/>
            <pc:sldMk cId="1183023497" sldId="268"/>
            <ac:cxnSpMk id="3" creationId="{433DDCE8-F932-4771-8961-7CF2BA3171BE}"/>
          </ac:cxnSpMkLst>
        </pc:cxnChg>
        <pc:cxnChg chg="add mod">
          <ac:chgData name="Paul ROBIN" userId="S::paul.robin_inrae.fr#ext#@cragx.onmicrosoft.com::7f679a33-19b7-41de-8b42-4b6c1f8c4694" providerId="AD" clId="Web-{6CD20F62-ADD6-12A5-EA47-486C993F757B}" dt="2026-09-22T16:09:22.819" v="112" actId="14100"/>
          <ac:cxnSpMkLst>
            <pc:docMk/>
            <pc:sldMk cId="1183023497" sldId="268"/>
            <ac:cxnSpMk id="4" creationId="{4FAD89B9-7CEC-EE93-6D02-36FAA140E4B5}"/>
          </ac:cxnSpMkLst>
        </pc:cxnChg>
        <pc:cxnChg chg="del mod">
          <ac:chgData name="Paul ROBIN" userId="S::paul.robin_inrae.fr#ext#@cragx.onmicrosoft.com::7f679a33-19b7-41de-8b42-4b6c1f8c4694" providerId="AD" clId="Web-{6CD20F62-ADD6-12A5-EA47-486C993F757B}" dt="2026-09-22T16:05:40.673" v="78"/>
          <ac:cxnSpMkLst>
            <pc:docMk/>
            <pc:sldMk cId="1183023497" sldId="268"/>
            <ac:cxnSpMk id="19" creationId="{437A4384-4536-4F82-B4F2-4F33D72BAFFF}"/>
          </ac:cxnSpMkLst>
        </pc:cxnChg>
      </pc:sldChg>
      <pc:sldChg chg="modSp">
        <pc:chgData name="Paul ROBIN" userId="S::paul.robin_inrae.fr#ext#@cragx.onmicrosoft.com::7f679a33-19b7-41de-8b42-4b6c1f8c4694" providerId="AD" clId="Web-{6CD20F62-ADD6-12A5-EA47-486C993F757B}" dt="2026-09-22T15:58:03.286" v="39" actId="20577"/>
        <pc:sldMkLst>
          <pc:docMk/>
          <pc:sldMk cId="106548780" sldId="271"/>
        </pc:sldMkLst>
        <pc:spChg chg="mod">
          <ac:chgData name="Paul ROBIN" userId="S::paul.robin_inrae.fr#ext#@cragx.onmicrosoft.com::7f679a33-19b7-41de-8b42-4b6c1f8c4694" providerId="AD" clId="Web-{6CD20F62-ADD6-12A5-EA47-486C993F757B}" dt="2026-09-22T15:58:03.286" v="39" actId="20577"/>
          <ac:spMkLst>
            <pc:docMk/>
            <pc:sldMk cId="106548780" sldId="271"/>
            <ac:spMk id="9" creationId="{627A4BDD-F1C3-489F-BF14-2AFE2AFC02B4}"/>
          </ac:spMkLst>
        </pc:spChg>
      </pc:sldChg>
      <pc:sldChg chg="addSp delSp modSp">
        <pc:chgData name="Paul ROBIN" userId="S::paul.robin_inrae.fr#ext#@cragx.onmicrosoft.com::7f679a33-19b7-41de-8b42-4b6c1f8c4694" providerId="AD" clId="Web-{6CD20F62-ADD6-12A5-EA47-486C993F757B}" dt="2026-09-22T16:00:09.476" v="54" actId="14100"/>
        <pc:sldMkLst>
          <pc:docMk/>
          <pc:sldMk cId="1905106424" sldId="300"/>
        </pc:sldMkLst>
        <pc:spChg chg="add mod">
          <ac:chgData name="Paul ROBIN" userId="S::paul.robin_inrae.fr#ext#@cragx.onmicrosoft.com::7f679a33-19b7-41de-8b42-4b6c1f8c4694" providerId="AD" clId="Web-{6CD20F62-ADD6-12A5-EA47-486C993F757B}" dt="2026-09-22T16:00:09.476" v="54" actId="14100"/>
          <ac:spMkLst>
            <pc:docMk/>
            <pc:sldMk cId="1905106424" sldId="300"/>
            <ac:spMk id="4" creationId="{79D221CF-5563-796C-2C5F-3B023484AB91}"/>
          </ac:spMkLst>
        </pc:spChg>
        <pc:picChg chg="add del mod">
          <ac:chgData name="Paul ROBIN" userId="S::paul.robin_inrae.fr#ext#@cragx.onmicrosoft.com::7f679a33-19b7-41de-8b42-4b6c1f8c4694" providerId="AD" clId="Web-{6CD20F62-ADD6-12A5-EA47-486C993F757B}" dt="2026-09-22T15:58:56.037" v="43"/>
          <ac:picMkLst>
            <pc:docMk/>
            <pc:sldMk cId="1905106424" sldId="300"/>
            <ac:picMk id="2" creationId="{9FF3FABA-3923-860C-1E6F-66822435202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C7DDE3-19A3-4C9E-892D-9DF30D753DF0}"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96867F-EF66-48FF-A9CA-4FBC656655F0}" type="slidenum">
              <a:rPr lang="fr-FR" smtClean="0"/>
              <a:t>‹N°›</a:t>
            </a:fld>
            <a:endParaRPr lang="fr-FR"/>
          </a:p>
        </p:txBody>
      </p:sp>
    </p:spTree>
    <p:extLst>
      <p:ext uri="{BB962C8B-B14F-4D97-AF65-F5344CB8AC3E}">
        <p14:creationId xmlns:p14="http://schemas.microsoft.com/office/powerpoint/2010/main" val="1038160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rtl="0" fontAlgn="base"/>
            <a:r>
              <a:rPr lang="en-US" sz="2800" b="0" i="0" u="none" strike="noStrike" dirty="0">
                <a:solidFill>
                  <a:srgbClr val="000000"/>
                </a:solidFill>
                <a:effectLst/>
                <a:latin typeface="Calibri" panose="020F0502020204030204" pitchFamily="34" charset="0"/>
              </a:rPr>
              <a:t>Main question: For a given farm system, what is the impact of manure storage practices on greenhouse gas</a:t>
            </a:r>
            <a:r>
              <a:rPr lang="en-US" sz="2800" b="0" i="0" dirty="0">
                <a:solidFill>
                  <a:srgbClr val="D13438"/>
                </a:solidFill>
                <a:effectLst/>
                <a:latin typeface="Calibri" panose="020F0502020204030204" pitchFamily="34" charset="0"/>
              </a:rPr>
              <a:t>es</a:t>
            </a:r>
            <a:r>
              <a:rPr lang="en-US" sz="2800" b="0" i="0" u="none" strike="noStrike" dirty="0">
                <a:solidFill>
                  <a:srgbClr val="000000"/>
                </a:solidFill>
                <a:effectLst/>
                <a:latin typeface="Calibri" panose="020F0502020204030204" pitchFamily="34" charset="0"/>
              </a:rPr>
              <a:t> emissions? </a:t>
            </a:r>
            <a:r>
              <a:rPr lang="en-US" sz="2800" b="0" i="0" dirty="0">
                <a:solidFill>
                  <a:srgbClr val="444444"/>
                </a:solidFill>
                <a:effectLst/>
                <a:latin typeface="Calibri" panose="020F0502020204030204" pitchFamily="34" charset="0"/>
              </a:rPr>
              <a:t>​</a:t>
            </a:r>
          </a:p>
          <a:p>
            <a:pPr algn="just" rtl="0" fontAlgn="base"/>
            <a:r>
              <a:rPr lang="en-US" sz="2800" b="0" i="0" u="none" strike="noStrike" dirty="0">
                <a:solidFill>
                  <a:srgbClr val="000000"/>
                </a:solidFill>
                <a:effectLst/>
                <a:latin typeface="Calibri" panose="020F0502020204030204" pitchFamily="34" charset="0"/>
              </a:rPr>
              <a:t>To answer this, we need to model emissions from both manure storage/composting and field application. </a:t>
            </a:r>
            <a:r>
              <a:rPr lang="en-US" sz="2800" b="0" i="0" dirty="0">
                <a:solidFill>
                  <a:srgbClr val="444444"/>
                </a:solidFill>
                <a:effectLst/>
                <a:latin typeface="Calibri" panose="020F0502020204030204" pitchFamily="34" charset="0"/>
              </a:rPr>
              <a:t>​</a:t>
            </a:r>
          </a:p>
          <a:p>
            <a:pPr algn="just" rtl="0" fontAlgn="base"/>
            <a:r>
              <a:rPr lang="en-US" sz="2800" b="0" i="0" u="none" strike="noStrike" dirty="0">
                <a:solidFill>
                  <a:srgbClr val="000000"/>
                </a:solidFill>
                <a:effectLst/>
                <a:latin typeface="Calibri" panose="020F0502020204030204" pitchFamily="34" charset="0"/>
              </a:rPr>
              <a:t>Why ? </a:t>
            </a:r>
            <a:r>
              <a:rPr lang="en-US" sz="2800" b="0" i="0" dirty="0">
                <a:solidFill>
                  <a:srgbClr val="444444"/>
                </a:solidFill>
                <a:effectLst/>
                <a:latin typeface="Calibri" panose="020F0502020204030204" pitchFamily="34" charset="0"/>
              </a:rPr>
              <a:t>​</a:t>
            </a:r>
          </a:p>
          <a:p>
            <a:pPr algn="just" rtl="0" fontAlgn="base"/>
            <a:r>
              <a:rPr lang="en-US" sz="2800" b="0" i="0" u="none" strike="noStrike" dirty="0">
                <a:solidFill>
                  <a:srgbClr val="000000"/>
                </a:solidFill>
                <a:effectLst/>
                <a:latin typeface="Calibri" panose="020F0502020204030204" pitchFamily="34" charset="0"/>
              </a:rPr>
              <a:t>Consider two archetypes: </a:t>
            </a:r>
            <a:r>
              <a:rPr lang="en-US" sz="2800" b="0" i="0" dirty="0">
                <a:solidFill>
                  <a:srgbClr val="444444"/>
                </a:solidFill>
                <a:effectLst/>
                <a:latin typeface="Calibri" panose="020F0502020204030204" pitchFamily="34" charset="0"/>
              </a:rPr>
              <a:t>​</a:t>
            </a:r>
          </a:p>
          <a:p>
            <a:pPr algn="just"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Long-term composting: high emissions during storage, but the organic matter become very stable, so we end up with relatively low emissions after field application. </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just"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No storage: negligible storage emissions, but this time the organic matter is labile, which leads to potentially high emissions after direct field application of fresh manure. </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just" rtl="0" fontAlgn="base"/>
            <a:r>
              <a:rPr lang="en-US" sz="2800" b="0" i="0" u="none" strike="noStrike" dirty="0">
                <a:solidFill>
                  <a:srgbClr val="000000"/>
                </a:solidFill>
                <a:effectLst/>
                <a:latin typeface="Calibri" panose="020F0502020204030204" pitchFamily="34" charset="0"/>
              </a:rPr>
              <a:t>But most farms are somewhere in between: manure is stored for an arbitrary period and applied partially composted. Storage therefore affects the manure composition and its subsequent emissions in the field. </a:t>
            </a:r>
            <a:r>
              <a:rPr lang="en-US" sz="2800" b="0" i="0" dirty="0">
                <a:solidFill>
                  <a:srgbClr val="444444"/>
                </a:solidFill>
                <a:effectLst/>
                <a:latin typeface="Calibri" panose="020F0502020204030204" pitchFamily="34" charset="0"/>
              </a:rPr>
              <a:t>​</a:t>
            </a:r>
          </a:p>
          <a:p>
            <a:pPr algn="l" rtl="0" fontAlgn="base"/>
            <a:r>
              <a:rPr lang="fr-FR" sz="2800" b="0" i="0" dirty="0">
                <a:solidFill>
                  <a:srgbClr val="444444"/>
                </a:solidFill>
                <a:effectLst/>
                <a:latin typeface="Calibri" panose="020F0502020204030204" pitchFamily="34" charset="0"/>
              </a:rPr>
              <a:t>​</a:t>
            </a:r>
          </a:p>
        </p:txBody>
      </p:sp>
      <p:sp>
        <p:nvSpPr>
          <p:cNvPr id="4" name="Espace réservé du numéro de diapositive 3"/>
          <p:cNvSpPr>
            <a:spLocks noGrp="1"/>
          </p:cNvSpPr>
          <p:nvPr>
            <p:ph type="sldNum" sz="quarter" idx="5"/>
          </p:nvPr>
        </p:nvSpPr>
        <p:spPr/>
        <p:txBody>
          <a:bodyPr/>
          <a:lstStyle/>
          <a:p>
            <a:fld id="{52032664-528A-4F00-8D06-CE62BBCE63DF}" type="slidenum">
              <a:rPr lang="fr-FR" smtClean="0"/>
              <a:t>2</a:t>
            </a:fld>
            <a:endParaRPr lang="fr-FR"/>
          </a:p>
        </p:txBody>
      </p:sp>
    </p:spTree>
    <p:extLst>
      <p:ext uri="{BB962C8B-B14F-4D97-AF65-F5344CB8AC3E}">
        <p14:creationId xmlns:p14="http://schemas.microsoft.com/office/powerpoint/2010/main" val="3566860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rtl="0" fontAlgn="base"/>
            <a:r>
              <a:rPr lang="en-US" sz="4000" b="0" i="0" u="none" strike="noStrike" dirty="0">
                <a:solidFill>
                  <a:srgbClr val="000000"/>
                </a:solidFill>
                <a:effectLst/>
                <a:latin typeface="Calibri" panose="020F0502020204030204" pitchFamily="34" charset="0"/>
              </a:rPr>
              <a:t>Duration of the maturation is the first factor impacting the properties of the manure, but on top of that there are multiple cofactor to take into account.</a:t>
            </a:r>
          </a:p>
          <a:p>
            <a:pPr algn="just" rtl="0" fontAlgn="base"/>
            <a:r>
              <a:rPr lang="en-US" sz="4000" b="0" i="0" u="none" strike="noStrike" dirty="0">
                <a:solidFill>
                  <a:srgbClr val="000000"/>
                </a:solidFill>
                <a:effectLst/>
                <a:latin typeface="Calibri" panose="020F0502020204030204" pitchFamily="34" charset="0"/>
              </a:rPr>
              <a:t>To estimate emissions across diverse farm systems, we need: </a:t>
            </a:r>
            <a:r>
              <a:rPr lang="en-US" sz="4000" b="0" i="0" dirty="0">
                <a:solidFill>
                  <a:srgbClr val="444444"/>
                </a:solidFill>
                <a:effectLst/>
                <a:latin typeface="Calibri" panose="020F0502020204030204" pitchFamily="34" charset="0"/>
              </a:rPr>
              <a:t>​</a:t>
            </a:r>
          </a:p>
          <a:p>
            <a:pPr algn="just"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 flexible composting model able to account for a wide diversity of manure characteristics and storage durations. </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just"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 way to transfer the outputs of the composting model into an existing soil–crop application/degradation model, so that storage effects are propagated to field emissions. </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52032664-528A-4F00-8D06-CE62BBCE63DF}" type="slidenum">
              <a:rPr lang="fr-FR" smtClean="0"/>
              <a:t>3</a:t>
            </a:fld>
            <a:endParaRPr lang="fr-FR"/>
          </a:p>
        </p:txBody>
      </p:sp>
    </p:spTree>
    <p:extLst>
      <p:ext uri="{BB962C8B-B14F-4D97-AF65-F5344CB8AC3E}">
        <p14:creationId xmlns:p14="http://schemas.microsoft.com/office/powerpoint/2010/main" val="3108180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rtl="0" fontAlgn="base"/>
            <a:r>
              <a:rPr lang="fr-FR" sz="2800" b="0" i="0" u="none" strike="noStrike" dirty="0">
                <a:solidFill>
                  <a:srgbClr val="000000"/>
                </a:solidFill>
                <a:effectLst/>
                <a:latin typeface="Calibri" panose="020F0502020204030204" pitchFamily="34" charset="0"/>
              </a:rPr>
              <a:t>How to </a:t>
            </a:r>
            <a:r>
              <a:rPr lang="fr-FR" sz="2800" b="0" i="0" u="none" strike="noStrike" dirty="0" err="1">
                <a:solidFill>
                  <a:srgbClr val="000000"/>
                </a:solidFill>
                <a:effectLst/>
                <a:latin typeface="Calibri" panose="020F0502020204030204" pitchFamily="34" charset="0"/>
              </a:rPr>
              <a:t>acheive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genericity</a:t>
            </a:r>
            <a:endParaRPr lang="fr-FR" sz="2800" b="0" i="0" u="none" strike="noStrike" dirty="0">
              <a:solidFill>
                <a:srgbClr val="000000"/>
              </a:solidFill>
              <a:effectLst/>
              <a:latin typeface="Calibri" panose="020F0502020204030204" pitchFamily="34" charset="0"/>
            </a:endParaRPr>
          </a:p>
          <a:p>
            <a:pPr algn="just" rtl="0" fontAlgn="base"/>
            <a:r>
              <a:rPr lang="en-US" sz="2800" b="0" i="0" dirty="0">
                <a:solidFill>
                  <a:srgbClr val="000000"/>
                </a:solidFill>
                <a:effectLst/>
                <a:latin typeface="Calibri" panose="020F0502020204030204" pitchFamily="34" charset="0"/>
              </a:rPr>
              <a:t>We </a:t>
            </a:r>
            <a:r>
              <a:rPr lang="en-US" sz="2800" b="0" i="0" dirty="0" err="1">
                <a:solidFill>
                  <a:srgbClr val="000000"/>
                </a:solidFill>
                <a:effectLst/>
                <a:latin typeface="Calibri" panose="020F0502020204030204" pitchFamily="34" charset="0"/>
              </a:rPr>
              <a:t>developped</a:t>
            </a:r>
            <a:r>
              <a:rPr lang="en-US" sz="2800" b="0" i="0" dirty="0">
                <a:solidFill>
                  <a:srgbClr val="000000"/>
                </a:solidFill>
                <a:effectLst/>
                <a:latin typeface="Calibri" panose="020F0502020204030204" pitchFamily="34" charset="0"/>
              </a:rPr>
              <a:t> our own model called MEGASMOC and represents the dynamics of CO2, NH3, CH4 and N2O for static pile composting. </a:t>
            </a:r>
          </a:p>
          <a:p>
            <a:pPr algn="just" rtl="0" fontAlgn="base"/>
            <a:r>
              <a:rPr lang="en-US" sz="2800" b="0" i="0" dirty="0">
                <a:solidFill>
                  <a:srgbClr val="000000"/>
                </a:solidFill>
                <a:effectLst/>
                <a:latin typeface="Calibri" panose="020F0502020204030204" pitchFamily="34" charset="0"/>
              </a:rPr>
              <a:t>It’s a mechanistic model based on physic assumptions but some parameters needs to be calibrated for each new product. </a:t>
            </a:r>
            <a:endParaRPr lang="en-US" sz="4000" b="0" i="0" dirty="0">
              <a:solidFill>
                <a:srgbClr val="000000"/>
              </a:solidFill>
              <a:effectLst/>
              <a:latin typeface="Segoe UI" panose="020B0502040204020203" pitchFamily="34" charset="0"/>
            </a:endParaRPr>
          </a:p>
          <a:p>
            <a:pPr algn="just" rtl="0" fontAlgn="base"/>
            <a:r>
              <a:rPr lang="en-US" sz="2800" b="0" i="0" dirty="0">
                <a:solidFill>
                  <a:srgbClr val="000000"/>
                </a:solidFill>
                <a:effectLst/>
                <a:latin typeface="Calibri" panose="020F0502020204030204" pitchFamily="34" charset="0"/>
              </a:rPr>
              <a:t>The genericity  problem is: can a model reliably predict composting dynamics and emissions in an previously unseen situation? </a:t>
            </a:r>
            <a:endParaRPr lang="en-US" sz="2800" b="0" i="0" dirty="0">
              <a:solidFill>
                <a:srgbClr val="444444"/>
              </a:solidFill>
              <a:effectLst/>
              <a:latin typeface="Calibri" panose="020F0502020204030204" pitchFamily="34" charset="0"/>
            </a:endParaRPr>
          </a:p>
          <a:p>
            <a:pPr algn="l" rtl="0" fontAlgn="base"/>
            <a:r>
              <a:rPr lang="fr-FR" sz="2800" b="0" i="0" u="none" strike="noStrike" dirty="0">
                <a:solidFill>
                  <a:srgbClr val="000000"/>
                </a:solidFill>
                <a:effectLst/>
                <a:latin typeface="Calibri" panose="020F0502020204030204" pitchFamily="34" charset="0"/>
              </a:rPr>
              <a:t>So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calibrated</a:t>
            </a:r>
            <a:r>
              <a:rPr lang="fr-FR" sz="2800" b="0" i="0" u="none" strike="noStrike" dirty="0">
                <a:solidFill>
                  <a:srgbClr val="000000"/>
                </a:solidFill>
                <a:effectLst/>
                <a:latin typeface="Calibri" panose="020F0502020204030204" pitchFamily="34" charset="0"/>
              </a:rPr>
              <a:t> the model </a:t>
            </a:r>
            <a:r>
              <a:rPr lang="fr-FR" sz="2800" b="0" i="0" u="none" strike="noStrike" dirty="0" err="1">
                <a:solidFill>
                  <a:srgbClr val="000000"/>
                </a:solidFill>
                <a:effectLst/>
                <a:latin typeface="Calibri" panose="020F0502020204030204" pitchFamily="34" charset="0"/>
              </a:rPr>
              <a:t>across</a:t>
            </a:r>
            <a:r>
              <a:rPr lang="fr-FR" sz="2800" b="0" i="0" u="none" strike="noStrike" dirty="0">
                <a:solidFill>
                  <a:srgbClr val="000000"/>
                </a:solidFill>
                <a:effectLst/>
                <a:latin typeface="Calibri" panose="020F0502020204030204" pitchFamily="34" charset="0"/>
              </a:rPr>
              <a:t> a range of </a:t>
            </a:r>
            <a:r>
              <a:rPr lang="fr-FR" sz="2800" b="0" i="0" u="none" strike="noStrike" dirty="0" err="1">
                <a:solidFill>
                  <a:srgbClr val="000000"/>
                </a:solidFill>
                <a:effectLst/>
                <a:latin typeface="Calibri" panose="020F0502020204030204" pitchFamily="34" charset="0"/>
              </a:rPr>
              <a:t>manures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with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different</a:t>
            </a:r>
            <a:r>
              <a:rPr lang="fr-FR" sz="2800" b="0" i="0" u="none" strike="noStrike" dirty="0">
                <a:solidFill>
                  <a:srgbClr val="000000"/>
                </a:solidFill>
                <a:effectLst/>
                <a:latin typeface="Calibri" panose="020F0502020204030204" pitchFamily="34" charset="0"/>
              </a:rPr>
              <a:t> compositions and compaction </a:t>
            </a:r>
            <a:r>
              <a:rPr lang="fr-FR" sz="2800" b="0" i="0" u="none" strike="noStrike" dirty="0" err="1">
                <a:solidFill>
                  <a:srgbClr val="000000"/>
                </a:solidFill>
                <a:effectLst/>
                <a:latin typeface="Calibri" panose="020F0502020204030204" pitchFamily="34" charset="0"/>
              </a:rPr>
              <a:t>levels</a:t>
            </a:r>
            <a:r>
              <a:rPr lang="fr-FR" sz="2800" b="0" i="0" u="none" strike="noStrike" dirty="0">
                <a:solidFill>
                  <a:srgbClr val="000000"/>
                </a:solidFill>
                <a:effectLst/>
                <a:latin typeface="Calibri" panose="020F0502020204030204" pitchFamily="34" charset="0"/>
              </a:rPr>
              <a:t>. For </a:t>
            </a:r>
            <a:r>
              <a:rPr lang="fr-FR" sz="2800" b="0" i="0" u="none" strike="noStrike" dirty="0" err="1">
                <a:solidFill>
                  <a:srgbClr val="000000"/>
                </a:solidFill>
                <a:effectLst/>
                <a:latin typeface="Calibri" panose="020F0502020204030204" pitchFamily="34" charset="0"/>
              </a:rPr>
              <a:t>each</a:t>
            </a:r>
            <a:r>
              <a:rPr lang="fr-FR" sz="2800" b="0" i="0" u="none" strike="noStrike" dirty="0">
                <a:solidFill>
                  <a:srgbClr val="000000"/>
                </a:solidFill>
                <a:effectLst/>
                <a:latin typeface="Calibri" panose="020F0502020204030204" pitchFamily="34" charset="0"/>
              </a:rPr>
              <a:t> situation,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estimated</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corresponding</a:t>
            </a:r>
            <a:r>
              <a:rPr lang="fr-FR" sz="2800" b="0" i="0" u="none" strike="noStrike" dirty="0">
                <a:solidFill>
                  <a:srgbClr val="000000"/>
                </a:solidFill>
                <a:effectLst/>
                <a:latin typeface="Calibri" panose="020F0502020204030204" pitchFamily="34" charset="0"/>
              </a:rPr>
              <a:t> </a:t>
            </a:r>
            <a:r>
              <a:rPr lang="fr-FR" sz="2800" b="0" i="0" dirty="0">
                <a:solidFill>
                  <a:srgbClr val="000000"/>
                </a:solidFill>
                <a:effectLst/>
                <a:latin typeface="Calibri" panose="020F0502020204030204" pitchFamily="34" charset="0"/>
              </a:rPr>
              <a:t>model </a:t>
            </a:r>
            <a:r>
              <a:rPr lang="fr-FR" sz="2800" b="0" i="0"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together</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with</a:t>
            </a:r>
            <a:r>
              <a:rPr lang="fr-FR" sz="2800" b="0" i="0" u="none" strike="noStrike" dirty="0">
                <a:solidFill>
                  <a:srgbClr val="000000"/>
                </a:solidFill>
                <a:effectLst/>
                <a:latin typeface="Calibri" panose="020F0502020204030204" pitchFamily="34" charset="0"/>
              </a:rPr>
              <a:t> a set of </a:t>
            </a:r>
            <a:r>
              <a:rPr lang="fr-FR" sz="2800" b="0" i="0" u="none" strike="noStrike" dirty="0" err="1">
                <a:solidFill>
                  <a:srgbClr val="000000"/>
                </a:solidFill>
                <a:effectLst/>
                <a:latin typeface="Calibri" panose="020F0502020204030204" pitchFamily="34" charset="0"/>
              </a:rPr>
              <a:t>measurable</a:t>
            </a:r>
            <a:r>
              <a:rPr lang="fr-FR" sz="2800" b="0" i="0" u="none" strike="noStrike" dirty="0">
                <a:solidFill>
                  <a:srgbClr val="000000"/>
                </a:solidFill>
                <a:effectLst/>
                <a:latin typeface="Calibri" panose="020F0502020204030204" pitchFamily="34" charset="0"/>
              </a:rPr>
              <a:t> initial </a:t>
            </a:r>
            <a:r>
              <a:rPr lang="fr-FR" sz="2800" b="0" i="0" dirty="0" err="1">
                <a:solidFill>
                  <a:srgbClr val="000000"/>
                </a:solidFill>
                <a:effectLst/>
                <a:latin typeface="Calibri" panose="020F0502020204030204" pitchFamily="34" charset="0"/>
              </a:rPr>
              <a:t>properties</a:t>
            </a:r>
            <a:r>
              <a:rPr lang="fr-FR" sz="2800" b="0" i="0" u="none" strike="noStrike" dirty="0">
                <a:solidFill>
                  <a:srgbClr val="000000"/>
                </a:solidFill>
                <a:effectLst/>
                <a:latin typeface="Calibri" panose="020F0502020204030204" pitchFamily="34" charset="0"/>
              </a:rPr>
              <a:t>.</a:t>
            </a:r>
            <a:r>
              <a:rPr lang="en-US" sz="2800" b="0" i="0" dirty="0">
                <a:solidFill>
                  <a:srgbClr val="444444"/>
                </a:solidFill>
                <a:effectLst/>
                <a:latin typeface="Calibri" panose="020F0502020204030204" pitchFamily="34" charset="0"/>
              </a:rPr>
              <a:t>​</a:t>
            </a:r>
          </a:p>
          <a:p>
            <a:pPr algn="l" rtl="0" fontAlgn="base"/>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then</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aimed</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predict</a:t>
            </a:r>
            <a:r>
              <a:rPr lang="fr-FR" sz="2800" b="0" i="0" u="none" strike="noStrike" dirty="0">
                <a:solidFill>
                  <a:srgbClr val="000000"/>
                </a:solidFill>
                <a:effectLst/>
                <a:latin typeface="Calibri" panose="020F0502020204030204" pitchFamily="34" charset="0"/>
              </a:rPr>
              <a:t> the </a:t>
            </a:r>
            <a:r>
              <a:rPr lang="fr-FR" sz="2800" b="0" i="0" dirty="0">
                <a:solidFill>
                  <a:srgbClr val="000000"/>
                </a:solidFill>
                <a:effectLst/>
                <a:latin typeface="Calibri" panose="020F0502020204030204" pitchFamily="34" charset="0"/>
              </a:rPr>
              <a:t>model </a:t>
            </a:r>
            <a:r>
              <a:rPr lang="fr-FR" sz="2800" b="0" i="0"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from</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these</a:t>
            </a:r>
            <a:r>
              <a:rPr lang="fr-FR" sz="2800" b="0" i="0" u="none" strike="noStrike" dirty="0">
                <a:solidFill>
                  <a:srgbClr val="000000"/>
                </a:solidFill>
                <a:effectLst/>
                <a:latin typeface="Calibri" panose="020F0502020204030204" pitchFamily="34" charset="0"/>
              </a:rPr>
              <a:t> </a:t>
            </a:r>
            <a:r>
              <a:rPr lang="fr-FR" sz="2800" b="0" i="0" dirty="0" err="1">
                <a:solidFill>
                  <a:srgbClr val="000000"/>
                </a:solidFill>
                <a:effectLst/>
                <a:latin typeface="Calibri" panose="020F0502020204030204" pitchFamily="34" charset="0"/>
              </a:rPr>
              <a:t>observed</a:t>
            </a:r>
            <a:r>
              <a:rPr lang="fr-FR" sz="2800" b="0" i="0" dirty="0">
                <a:solidFill>
                  <a:srgbClr val="000000"/>
                </a:solidFill>
                <a:effectLst/>
                <a:latin typeface="Calibri" panose="020F0502020204030204" pitchFamily="34" charset="0"/>
              </a:rPr>
              <a:t> </a:t>
            </a:r>
            <a:r>
              <a:rPr lang="fr-FR" sz="2800" b="0" i="0" dirty="0" err="1">
                <a:solidFill>
                  <a:srgbClr val="000000"/>
                </a:solidFill>
                <a:effectLst/>
                <a:latin typeface="Calibri" panose="020F0502020204030204" pitchFamily="34" charset="0"/>
              </a:rPr>
              <a:t>properties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developed</a:t>
            </a:r>
            <a:r>
              <a:rPr lang="fr-FR" sz="2800" b="0" i="0" u="none" strike="noStrike" dirty="0">
                <a:solidFill>
                  <a:srgbClr val="000000"/>
                </a:solidFill>
                <a:effectLst/>
                <a:latin typeface="Calibri" panose="020F0502020204030204" pitchFamily="34" charset="0"/>
              </a:rPr>
              <a:t> an initialisation model, </a:t>
            </a:r>
            <a:r>
              <a:rPr lang="fr-FR" sz="2800" b="0" i="0" u="none" strike="noStrike" dirty="0" err="1">
                <a:solidFill>
                  <a:srgbClr val="000000"/>
                </a:solidFill>
                <a:effectLst/>
                <a:latin typeface="Calibri" panose="020F0502020204030204" pitchFamily="34" charset="0"/>
              </a:rPr>
              <a:t>calibrated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using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regression</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that</a:t>
            </a:r>
            <a:r>
              <a:rPr lang="fr-FR" sz="2800" b="0" i="0" u="none" strike="noStrike" dirty="0">
                <a:solidFill>
                  <a:srgbClr val="000000"/>
                </a:solidFill>
                <a:effectLst/>
                <a:latin typeface="Calibri" panose="020F0502020204030204" pitchFamily="34" charset="0"/>
              </a:rPr>
              <a:t> are </a:t>
            </a:r>
            <a:r>
              <a:rPr lang="fr-FR" sz="2800" b="0" i="0" u="none" strike="noStrike" dirty="0" err="1">
                <a:solidFill>
                  <a:srgbClr val="000000"/>
                </a:solidFill>
                <a:effectLst/>
                <a:latin typeface="Calibri" panose="020F0502020204030204" pitchFamily="34" charset="0"/>
              </a:rPr>
              <a:t>common</a:t>
            </a:r>
            <a:r>
              <a:rPr lang="fr-FR" sz="2800" b="0" i="0" u="none" strike="noStrike" dirty="0">
                <a:solidFill>
                  <a:srgbClr val="000000"/>
                </a:solidFill>
                <a:effectLst/>
                <a:latin typeface="Calibri" panose="020F0502020204030204" pitchFamily="34" charset="0"/>
              </a:rPr>
              <a:t> to all </a:t>
            </a:r>
            <a:r>
              <a:rPr lang="fr-FR" sz="2800" b="0" i="0" u="none" strike="noStrike" dirty="0" err="1">
                <a:solidFill>
                  <a:srgbClr val="000000"/>
                </a:solidFill>
                <a:effectLst/>
                <a:latin typeface="Calibri" panose="020F0502020204030204" pitchFamily="34" charset="0"/>
              </a:rPr>
              <a:t>situations.This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approach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aims</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make</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composting</a:t>
            </a:r>
            <a:r>
              <a:rPr lang="fr-FR" sz="2800" b="0" i="0" u="none" strike="noStrike" dirty="0">
                <a:solidFill>
                  <a:srgbClr val="000000"/>
                </a:solidFill>
                <a:effectLst/>
                <a:latin typeface="Calibri" panose="020F0502020204030204" pitchFamily="34" charset="0"/>
              </a:rPr>
              <a:t> model </a:t>
            </a:r>
            <a:r>
              <a:rPr lang="fr-FR" sz="2800" b="0" i="0" u="none" strike="noStrike" dirty="0" err="1">
                <a:solidFill>
                  <a:srgbClr val="000000"/>
                </a:solidFill>
                <a:effectLst/>
                <a:latin typeface="Calibri" panose="020F0502020204030204" pitchFamily="34" charset="0"/>
              </a:rPr>
              <a:t>generic</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while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retaining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its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underlying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physical</a:t>
            </a:r>
            <a:r>
              <a:rPr lang="fr-FR" sz="2800" b="0" i="0" u="none" strike="noStrike" dirty="0">
                <a:solidFill>
                  <a:srgbClr val="000000"/>
                </a:solidFill>
                <a:effectLst/>
                <a:latin typeface="Calibri" panose="020F0502020204030204" pitchFamily="34" charset="0"/>
              </a:rPr>
              <a:t> description.</a:t>
            </a:r>
            <a:r>
              <a:rPr lang="en-US" sz="2800" b="0" i="0" dirty="0">
                <a:solidFill>
                  <a:srgbClr val="444444"/>
                </a:solidFill>
                <a:effectLst/>
                <a:latin typeface="Calibri" panose="020F0502020204030204" pitchFamily="34" charset="0"/>
              </a:rPr>
              <a:t>​</a:t>
            </a:r>
          </a:p>
          <a:p>
            <a:endParaRPr lang="fr-FR" dirty="0"/>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4</a:t>
            </a:fld>
            <a:endParaRPr lang="fr-FR"/>
          </a:p>
        </p:txBody>
      </p:sp>
    </p:spTree>
    <p:extLst>
      <p:ext uri="{BB962C8B-B14F-4D97-AF65-F5344CB8AC3E}">
        <p14:creationId xmlns:p14="http://schemas.microsoft.com/office/powerpoint/2010/main" val="4118578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5860-BC3F-0969-6305-66103AB5EA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B584F9-7193-2C52-47FE-C01587ABC55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ACB9F19-0EB3-72D7-BF63-35E922C27CFF}"/>
              </a:ext>
            </a:extLst>
          </p:cNvPr>
          <p:cNvSpPr>
            <a:spLocks noGrp="1"/>
          </p:cNvSpPr>
          <p:nvPr>
            <p:ph type="body" idx="1"/>
          </p:nvPr>
        </p:nvSpPr>
        <p:spPr/>
        <p:txBody>
          <a:bodyPr/>
          <a:lstStyle/>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Does</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it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work</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Relults</a:t>
            </a:r>
            <a:r>
              <a:rPr lang="fr-FR" sz="1800" dirty="0">
                <a:effectLst/>
                <a:latin typeface="Calibri" panose="020F0502020204030204" pitchFamily="34" charset="0"/>
                <a:ea typeface="Calibri" panose="020F0502020204030204" pitchFamily="34" charset="0"/>
                <a:cs typeface="Times New Roman" panose="02020603050405020304" pitchFamily="18" charset="0"/>
              </a:rPr>
              <a:t> for a situation of the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development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dataset</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HeapA</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97227EC1-1888-FE6C-AC04-7D9D98F988EC}"/>
              </a:ext>
            </a:extLst>
          </p:cNvPr>
          <p:cNvSpPr>
            <a:spLocks noGrp="1"/>
          </p:cNvSpPr>
          <p:nvPr>
            <p:ph type="sldNum" sz="quarter" idx="5"/>
          </p:nvPr>
        </p:nvSpPr>
        <p:spPr/>
        <p:txBody>
          <a:bodyPr/>
          <a:lstStyle/>
          <a:p>
            <a:fld id="{5B96867F-EF66-48FF-A9CA-4FBC656655F0}" type="slidenum">
              <a:rPr lang="fr-FR" smtClean="0"/>
              <a:t>5</a:t>
            </a:fld>
            <a:endParaRPr lang="fr-FR"/>
          </a:p>
        </p:txBody>
      </p:sp>
    </p:spTree>
    <p:extLst>
      <p:ext uri="{BB962C8B-B14F-4D97-AF65-F5344CB8AC3E}">
        <p14:creationId xmlns:p14="http://schemas.microsoft.com/office/powerpoint/2010/main" val="4091727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Does</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it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work</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Some</a:t>
            </a:r>
            <a:r>
              <a:rPr lang="fr-FR" sz="1800" dirty="0">
                <a:effectLst/>
                <a:latin typeface="Calibri" panose="020F0502020204030204" pitchFamily="34" charset="0"/>
                <a:ea typeface="Calibri" panose="020F0502020204030204" pitchFamily="34" charset="0"/>
                <a:cs typeface="Times New Roman" panose="02020603050405020304" pitchFamily="18" charset="0"/>
              </a:rPr>
              <a:t> of the original situations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were</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kept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aside</a:t>
            </a:r>
            <a:r>
              <a:rPr lang="fr-FR" sz="1800" dirty="0">
                <a:effectLst/>
                <a:latin typeface="Calibri" panose="020F0502020204030204" pitchFamily="34" charset="0"/>
                <a:ea typeface="Calibri" panose="020F0502020204030204" pitchFamily="34" charset="0"/>
                <a:cs typeface="Times New Roman" panose="02020603050405020304" pitchFamily="18" charset="0"/>
              </a:rPr>
              <a:t> for validation, and the model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showed</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satisfactory</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results</a:t>
            </a:r>
            <a:r>
              <a:rPr lang="fr-FR"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Heap</a:t>
            </a:r>
            <a:r>
              <a:rPr lang="fr-FR" sz="1800" dirty="0">
                <a:effectLst/>
                <a:latin typeface="Calibri" panose="020F0502020204030204" pitchFamily="34" charset="0"/>
                <a:ea typeface="Calibri" panose="020F0502020204030204" pitchFamily="34" charset="0"/>
                <a:cs typeface="Times New Roman" panose="02020603050405020304" pitchFamily="18" charset="0"/>
              </a:rPr>
              <a:t> C</a:t>
            </a:r>
          </a:p>
          <a:p>
            <a:endParaRPr lang="fr-FR" dirty="0"/>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6</a:t>
            </a:fld>
            <a:endParaRPr lang="fr-FR"/>
          </a:p>
        </p:txBody>
      </p:sp>
    </p:spTree>
    <p:extLst>
      <p:ext uri="{BB962C8B-B14F-4D97-AF65-F5344CB8AC3E}">
        <p14:creationId xmlns:p14="http://schemas.microsoft.com/office/powerpoint/2010/main" val="1812121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err="1">
                <a:effectLst/>
                <a:latin typeface="Calibri" panose="020F0502020204030204" pitchFamily="34" charset="0"/>
                <a:ea typeface="Calibri" panose="020F0502020204030204" pitchFamily="34" charset="0"/>
                <a:cs typeface="Times New Roman" panose="02020603050405020304" pitchFamily="18" charset="0"/>
              </a:rPr>
              <a:t>However</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when</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tested</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with</a:t>
            </a:r>
            <a:r>
              <a:rPr lang="fr-FR" sz="1800" dirty="0">
                <a:effectLst/>
                <a:latin typeface="Calibri" panose="020F0502020204030204" pitchFamily="34" charset="0"/>
                <a:ea typeface="Calibri" panose="020F0502020204030204" pitchFamily="34" charset="0"/>
                <a:cs typeface="Times New Roman" panose="02020603050405020304" pitchFamily="18" charset="0"/>
              </a:rPr>
              <a:t> a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different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measurement</a:t>
            </a:r>
            <a:r>
              <a:rPr lang="fr-FR" sz="1800" dirty="0">
                <a:effectLst/>
                <a:latin typeface="Calibri" panose="020F0502020204030204" pitchFamily="34" charset="0"/>
                <a:ea typeface="Calibri" panose="020F0502020204030204" pitchFamily="34" charset="0"/>
                <a:cs typeface="Times New Roman" panose="02020603050405020304" pitchFamily="18" charset="0"/>
              </a:rPr>
              <a:t> setup, in a tropical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region</a:t>
            </a:r>
            <a:r>
              <a:rPr lang="fr-FR" sz="1800" dirty="0">
                <a:effectLst/>
                <a:latin typeface="Calibri" panose="020F0502020204030204" pitchFamily="34" charset="0"/>
                <a:ea typeface="Calibri" panose="020F0502020204030204" pitchFamily="34" charset="0"/>
                <a:cs typeface="Times New Roman" panose="02020603050405020304" pitchFamily="18" charset="0"/>
              </a:rPr>
              <a:t>, and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with</a:t>
            </a:r>
            <a:r>
              <a:rPr lang="fr-FR" sz="1800" dirty="0">
                <a:effectLst/>
                <a:latin typeface="Calibri" panose="020F0502020204030204" pitchFamily="34" charset="0"/>
                <a:ea typeface="Calibri" panose="020F0502020204030204" pitchFamily="34" charset="0"/>
                <a:cs typeface="Times New Roman" panose="02020603050405020304" pitchFamily="18" charset="0"/>
              </a:rPr>
              <a:t> a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different</a:t>
            </a:r>
            <a:r>
              <a:rPr lang="fr-FR" sz="1800" dirty="0">
                <a:effectLst/>
                <a:latin typeface="Calibri" panose="020F0502020204030204" pitchFamily="34" charset="0"/>
                <a:ea typeface="Calibri" panose="020F0502020204030204" pitchFamily="34" charset="0"/>
                <a:cs typeface="Times New Roman" panose="02020603050405020304" pitchFamily="18" charset="0"/>
              </a:rPr>
              <a:t> mixture of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wood</a:t>
            </a:r>
            <a:r>
              <a:rPr lang="fr-FR" sz="1800" dirty="0">
                <a:effectLst/>
                <a:latin typeface="Calibri" panose="020F0502020204030204" pitchFamily="34" charset="0"/>
                <a:ea typeface="Calibri" panose="020F0502020204030204" pitchFamily="34" charset="0"/>
                <a:cs typeface="Times New Roman" panose="02020603050405020304" pitchFamily="18" charset="0"/>
              </a:rPr>
              <a:t> chips and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poultry</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litter</a:t>
            </a:r>
            <a:r>
              <a:rPr lang="fr-FR" sz="1800" dirty="0">
                <a:effectLst/>
                <a:latin typeface="Calibri" panose="020F0502020204030204" pitchFamily="34" charset="0"/>
                <a:ea typeface="Calibri" panose="020F0502020204030204" pitchFamily="34" charset="0"/>
                <a:cs typeface="Times New Roman" panose="02020603050405020304" pitchFamily="18" charset="0"/>
              </a:rPr>
              <a:t>, the model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produced</a:t>
            </a:r>
            <a:r>
              <a:rPr lang="fr-FR" sz="1800" dirty="0">
                <a:effectLst/>
                <a:latin typeface="Calibri" panose="020F0502020204030204" pitchFamily="34" charset="0"/>
                <a:ea typeface="Calibri" panose="020F0502020204030204" pitchFamily="34" charset="0"/>
                <a:cs typeface="Times New Roman" panose="02020603050405020304" pitchFamily="18" charset="0"/>
              </a:rPr>
              <a:t> a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wrong</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dynamic</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We</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hypothesised</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that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this</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could</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be</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related</a:t>
            </a:r>
            <a:r>
              <a:rPr lang="fr-FR" sz="1800" dirty="0">
                <a:effectLst/>
                <a:latin typeface="Calibri" panose="020F0502020204030204" pitchFamily="34" charset="0"/>
                <a:ea typeface="Calibri" panose="020F0502020204030204" pitchFamily="34" charset="0"/>
                <a:cs typeface="Times New Roman" panose="02020603050405020304" pitchFamily="18" charset="0"/>
              </a:rPr>
              <a:t> to the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properties</a:t>
            </a:r>
            <a:r>
              <a:rPr lang="fr-FR" sz="1800" dirty="0">
                <a:effectLst/>
                <a:latin typeface="Calibri" panose="020F0502020204030204" pitchFamily="34" charset="0"/>
                <a:ea typeface="Calibri" panose="020F0502020204030204" pitchFamily="34" charset="0"/>
                <a:cs typeface="Times New Roman" panose="02020603050405020304" pitchFamily="18" charset="0"/>
              </a:rPr>
              <a:t> of the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wood</a:t>
            </a:r>
            <a:r>
              <a:rPr lang="fr-FR" sz="1800" dirty="0">
                <a:effectLst/>
                <a:latin typeface="Calibri" panose="020F0502020204030204" pitchFamily="34" charset="0"/>
                <a:ea typeface="Calibri" panose="020F0502020204030204" pitchFamily="34" charset="0"/>
                <a:cs typeface="Times New Roman" panose="02020603050405020304" pitchFamily="18" charset="0"/>
              </a:rPr>
              <a:t> chips, but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other</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phenomena</a:t>
            </a:r>
            <a:r>
              <a:rPr lang="fr-FR" sz="1800" dirty="0">
                <a:effectLst/>
                <a:latin typeface="Calibri" panose="020F0502020204030204" pitchFamily="34" charset="0"/>
                <a:ea typeface="Calibri" panose="020F0502020204030204" pitchFamily="34" charset="0"/>
                <a:cs typeface="Times New Roman" panose="02020603050405020304" pitchFamily="18" charset="0"/>
              </a:rPr>
              <a:t> or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biases</a:t>
            </a:r>
            <a:r>
              <a:rPr lang="fr-FR" sz="1800" dirty="0">
                <a:effectLst/>
                <a:latin typeface="Calibri" panose="020F0502020204030204" pitchFamily="34" charset="0"/>
                <a:ea typeface="Calibri" panose="020F0502020204030204" pitchFamily="34" charset="0"/>
                <a:cs typeface="Times New Roman" panose="02020603050405020304" pitchFamily="18" charset="0"/>
              </a:rPr>
              <a:t> in the initialisation model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could</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also</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explain</a:t>
            </a:r>
            <a:r>
              <a:rPr lang="fr-FR" sz="1800" dirty="0">
                <a:effectLst/>
                <a:latin typeface="Calibri" panose="020F0502020204030204" pitchFamily="34" charset="0"/>
                <a:ea typeface="Calibri" panose="020F0502020204030204" pitchFamily="34" charset="0"/>
                <a:cs typeface="Times New Roman" panose="02020603050405020304" pitchFamily="18" charset="0"/>
              </a:rPr>
              <a:t> the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discrepancy</a:t>
            </a:r>
            <a:r>
              <a:rPr lang="fr-FR"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fr-FR" dirty="0"/>
          </a:p>
          <a:p>
            <a:r>
              <a:rPr lang="fr-FR" dirty="0" err="1"/>
              <a:t>Heap</a:t>
            </a:r>
            <a:r>
              <a:rPr lang="fr-FR" dirty="0"/>
              <a:t> COF</a:t>
            </a:r>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7</a:t>
            </a:fld>
            <a:endParaRPr lang="fr-FR"/>
          </a:p>
        </p:txBody>
      </p:sp>
    </p:spTree>
    <p:extLst>
      <p:ext uri="{BB962C8B-B14F-4D97-AF65-F5344CB8AC3E}">
        <p14:creationId xmlns:p14="http://schemas.microsoft.com/office/powerpoint/2010/main" val="2201355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800" b="0" i="0" u="none" strike="noStrike" dirty="0">
                <a:solidFill>
                  <a:srgbClr val="000000"/>
                </a:solidFill>
                <a:effectLst/>
                <a:latin typeface="Calibri" panose="020F0502020204030204" pitchFamily="34" charset="0"/>
              </a:rPr>
              <a:t>The calibration of the </a:t>
            </a:r>
            <a:r>
              <a:rPr lang="en-US" sz="2800" b="0" i="0" u="none" strike="noStrike" dirty="0" err="1">
                <a:solidFill>
                  <a:srgbClr val="000000"/>
                </a:solidFill>
                <a:effectLst/>
                <a:latin typeface="Calibri" panose="020F0502020204030204" pitchFamily="34" charset="0"/>
              </a:rPr>
              <a:t>initialisation</a:t>
            </a:r>
            <a:r>
              <a:rPr lang="en-US" sz="2800" b="0" i="0" u="none" strike="noStrike" dirty="0">
                <a:solidFill>
                  <a:srgbClr val="000000"/>
                </a:solidFill>
                <a:effectLst/>
                <a:latin typeface="Calibri" panose="020F0502020204030204" pitchFamily="34" charset="0"/>
              </a:rPr>
              <a:t> model is critical because it determines the value of highly </a:t>
            </a:r>
            <a:r>
              <a:rPr lang="en-US" sz="2800" b="0" i="0" u="none" strike="noStrike" dirty="0" err="1">
                <a:solidFill>
                  <a:srgbClr val="000000"/>
                </a:solidFill>
                <a:effectLst/>
                <a:latin typeface="Calibri" panose="020F0502020204030204" pitchFamily="34" charset="0"/>
              </a:rPr>
              <a:t>influencial</a:t>
            </a:r>
            <a:r>
              <a:rPr lang="en-US" sz="2800" b="0" i="0" u="none" strike="noStrike" dirty="0">
                <a:solidFill>
                  <a:srgbClr val="000000"/>
                </a:solidFill>
                <a:effectLst/>
                <a:latin typeface="Calibri" panose="020F0502020204030204" pitchFamily="34" charset="0"/>
              </a:rPr>
              <a:t> physical parameters. However, the linear regressions</a:t>
            </a:r>
            <a:r>
              <a:rPr lang="fr-FR" sz="2800" b="0" i="0" u="none" strike="noStrike" dirty="0">
                <a:solidFill>
                  <a:srgbClr val="000000"/>
                </a:solidFill>
                <a:effectLst/>
                <a:latin typeface="Calibri" panose="020F0502020204030204" pitchFamily="34" charset="0"/>
              </a:rPr>
              <a:t> are </a:t>
            </a:r>
            <a:r>
              <a:rPr lang="fr-FR" sz="2800" b="0" i="0" u="none" strike="noStrike" dirty="0" err="1">
                <a:solidFill>
                  <a:srgbClr val="000000"/>
                </a:solidFill>
                <a:effectLst/>
                <a:latin typeface="Calibri" panose="020F0502020204030204" pitchFamily="34" charset="0"/>
              </a:rPr>
              <a:t>limited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because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some</a:t>
            </a:r>
            <a:r>
              <a:rPr lang="fr-FR" sz="2800" b="0" i="0" u="none" strike="noStrike" dirty="0">
                <a:solidFill>
                  <a:srgbClr val="000000"/>
                </a:solidFill>
                <a:effectLst/>
                <a:latin typeface="Calibri" panose="020F0502020204030204" pitchFamily="34" charset="0"/>
              </a:rPr>
              <a:t> of the </a:t>
            </a:r>
            <a:r>
              <a:rPr lang="fr-FR" sz="2800" b="0" i="0" u="none" strike="noStrike" dirty="0" err="1">
                <a:solidFill>
                  <a:srgbClr val="000000"/>
                </a:solidFill>
                <a:effectLst/>
                <a:latin typeface="Calibri" panose="020F0502020204030204" pitchFamily="34" charset="0"/>
              </a:rPr>
              <a:t>physical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are not </a:t>
            </a:r>
            <a:r>
              <a:rPr lang="fr-FR" sz="2800" b="0" i="0" u="none" strike="noStrike" dirty="0" err="1">
                <a:solidFill>
                  <a:srgbClr val="000000"/>
                </a:solidFill>
                <a:effectLst/>
                <a:latin typeface="Calibri" panose="020F0502020204030204" pitchFamily="34" charset="0"/>
              </a:rPr>
              <a:t>well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represented</a:t>
            </a:r>
            <a:r>
              <a:rPr lang="fr-FR" sz="2800" b="0" i="0" u="none" strike="noStrike" dirty="0">
                <a:solidFill>
                  <a:srgbClr val="000000"/>
                </a:solidFill>
                <a:effectLst/>
                <a:latin typeface="Calibri" panose="020F0502020204030204" pitchFamily="34" charset="0"/>
              </a:rPr>
              <a:t> by the </a:t>
            </a:r>
            <a:r>
              <a:rPr lang="fr-FR" sz="2800" b="0" i="0" u="none" strike="noStrike" dirty="0" err="1">
                <a:solidFill>
                  <a:srgbClr val="000000"/>
                </a:solidFill>
                <a:effectLst/>
                <a:latin typeface="Calibri" panose="020F0502020204030204" pitchFamily="34" charset="0"/>
              </a:rPr>
              <a:t>observed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measured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properties</a:t>
            </a:r>
            <a:r>
              <a:rPr lang="fr-FR" sz="2800" b="0" i="0" u="none" strike="noStrike" dirty="0">
                <a:solidFill>
                  <a:srgbClr val="000000"/>
                </a:solidFill>
                <a:effectLst/>
                <a:latin typeface="Calibri" panose="020F0502020204030204" pitchFamily="34" charset="0"/>
              </a:rPr>
              <a:t>. For </a:t>
            </a:r>
            <a:r>
              <a:rPr lang="fr-FR" sz="2800" b="0" i="0" u="none" strike="noStrike" dirty="0" err="1">
                <a:solidFill>
                  <a:srgbClr val="000000"/>
                </a:solidFill>
                <a:effectLst/>
                <a:latin typeface="Calibri" panose="020F0502020204030204" pitchFamily="34" charset="0"/>
              </a:rPr>
              <a:t>example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Kmax</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is</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permeability</a:t>
            </a:r>
            <a:r>
              <a:rPr lang="fr-FR" sz="2800" b="0" i="0" u="none" strike="noStrike" dirty="0">
                <a:solidFill>
                  <a:srgbClr val="000000"/>
                </a:solidFill>
                <a:effectLst/>
                <a:latin typeface="Calibri" panose="020F0502020204030204" pitchFamily="34" charset="0"/>
              </a:rPr>
              <a:t> of the </a:t>
            </a:r>
            <a:r>
              <a:rPr lang="fr-FR" sz="2800" b="0" i="0" u="none" strike="noStrike" dirty="0" err="1">
                <a:solidFill>
                  <a:srgbClr val="000000"/>
                </a:solidFill>
                <a:effectLst/>
                <a:latin typeface="Calibri" panose="020F0502020204030204" pitchFamily="34" charset="0"/>
              </a:rPr>
              <a:t>heap</a:t>
            </a:r>
            <a:r>
              <a:rPr lang="fr-FR" sz="2800" b="0" i="0" u="none" strike="noStrike" dirty="0">
                <a:solidFill>
                  <a:srgbClr val="000000"/>
                </a:solidFill>
                <a:effectLst/>
                <a:latin typeface="Calibri" panose="020F0502020204030204" pitchFamily="34" charset="0"/>
              </a:rPr>
              <a:t> at </a:t>
            </a:r>
            <a:r>
              <a:rPr lang="fr-FR" sz="2800" b="0" i="0" u="none" strike="noStrike" dirty="0" err="1">
                <a:solidFill>
                  <a:srgbClr val="000000"/>
                </a:solidFill>
                <a:effectLst/>
                <a:latin typeface="Calibri" panose="020F0502020204030204" pitchFamily="34" charset="0"/>
              </a:rPr>
              <a:t>it’s</a:t>
            </a:r>
            <a:r>
              <a:rPr lang="fr-FR" sz="2800" b="0" i="0" u="none" strike="noStrike" dirty="0">
                <a:solidFill>
                  <a:srgbClr val="000000"/>
                </a:solidFill>
                <a:effectLst/>
                <a:latin typeface="Calibri" panose="020F0502020204030204" pitchFamily="34" charset="0"/>
              </a:rPr>
              <a:t> minimal </a:t>
            </a:r>
            <a:r>
              <a:rPr lang="fr-FR" sz="2800" b="0" i="0" u="none" strike="noStrike" dirty="0" err="1">
                <a:solidFill>
                  <a:srgbClr val="000000"/>
                </a:solidFill>
                <a:effectLst/>
                <a:latin typeface="Calibri" panose="020F0502020204030204" pitchFamily="34" charset="0"/>
              </a:rPr>
              <a:t>density</a:t>
            </a:r>
            <a:r>
              <a:rPr lang="fr-FR" sz="2800" b="0" i="0" u="none" strike="noStrike" dirty="0">
                <a:solidFill>
                  <a:srgbClr val="000000"/>
                </a:solidFill>
                <a:effectLst/>
                <a:latin typeface="Calibri" panose="020F0502020204030204" pitchFamily="34" charset="0"/>
              </a:rPr>
              <a:t>. It must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calibrated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using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measurable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properties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such</a:t>
            </a:r>
            <a:r>
              <a:rPr lang="fr-FR" sz="2800" b="0" i="0" u="none" strike="noStrike" dirty="0">
                <a:solidFill>
                  <a:srgbClr val="000000"/>
                </a:solidFill>
                <a:effectLst/>
                <a:latin typeface="Calibri" panose="020F0502020204030204" pitchFamily="34" charset="0"/>
              </a:rPr>
              <a:t> as the </a:t>
            </a:r>
            <a:r>
              <a:rPr lang="fr-FR" sz="2800" b="0" i="0" u="none" strike="noStrike" dirty="0" err="1">
                <a:solidFill>
                  <a:srgbClr val="000000"/>
                </a:solidFill>
                <a:effectLst/>
                <a:latin typeface="Calibri" panose="020F0502020204030204" pitchFamily="34" charset="0"/>
              </a:rPr>
              <a:t>gaseous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losses</a:t>
            </a:r>
            <a:r>
              <a:rPr lang="fr-FR" sz="2800" b="0" i="0" u="none" strike="noStrike" dirty="0">
                <a:solidFill>
                  <a:srgbClr val="000000"/>
                </a:solidFill>
                <a:effectLst/>
                <a:latin typeface="Calibri" panose="020F0502020204030204" pitchFamily="34" charset="0"/>
              </a:rPr>
              <a:t> of water or </a:t>
            </a:r>
            <a:r>
              <a:rPr lang="fr-FR" sz="2800" b="0" i="0" u="none" strike="noStrike" dirty="0" err="1">
                <a:solidFill>
                  <a:srgbClr val="000000"/>
                </a:solidFill>
                <a:effectLst/>
                <a:latin typeface="Calibri" panose="020F0502020204030204" pitchFamily="34" charset="0"/>
              </a:rPr>
              <a:t>carbon</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They</a:t>
            </a:r>
            <a:r>
              <a:rPr lang="fr-FR" sz="2800" b="0" i="0" u="none" strike="noStrike" dirty="0">
                <a:solidFill>
                  <a:srgbClr val="000000"/>
                </a:solidFill>
                <a:effectLst/>
                <a:latin typeface="Calibri" panose="020F0502020204030204" pitchFamily="34" charset="0"/>
              </a:rPr>
              <a:t> can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simply</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deduced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from</a:t>
            </a:r>
            <a:r>
              <a:rPr lang="fr-FR" sz="2800" b="0" i="0" u="none" strike="noStrike" dirty="0">
                <a:solidFill>
                  <a:srgbClr val="000000"/>
                </a:solidFill>
                <a:effectLst/>
                <a:latin typeface="Calibri" panose="020F0502020204030204" pitchFamily="34" charset="0"/>
              </a:rPr>
              <a:t> dry </a:t>
            </a:r>
            <a:r>
              <a:rPr lang="fr-FR" sz="2800" b="0" i="0" u="none" strike="noStrike" dirty="0" err="1">
                <a:solidFill>
                  <a:srgbClr val="000000"/>
                </a:solidFill>
                <a:effectLst/>
                <a:latin typeface="Calibri" panose="020F0502020204030204" pitchFamily="34" charset="0"/>
              </a:rPr>
              <a:t>matter</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analysis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before</a:t>
            </a:r>
            <a:r>
              <a:rPr lang="fr-FR" sz="2800" b="0" i="0" u="none" strike="noStrike" dirty="0">
                <a:solidFill>
                  <a:srgbClr val="000000"/>
                </a:solidFill>
                <a:effectLst/>
                <a:latin typeface="Calibri" panose="020F0502020204030204" pitchFamily="34" charset="0"/>
              </a:rPr>
              <a:t> and </a:t>
            </a:r>
            <a:r>
              <a:rPr lang="fr-FR" sz="2800" b="0" i="0" u="none" strike="noStrike" dirty="0" err="1">
                <a:solidFill>
                  <a:srgbClr val="000000"/>
                </a:solidFill>
                <a:effectLst/>
                <a:latin typeface="Calibri" panose="020F0502020204030204" pitchFamily="34" charset="0"/>
              </a:rPr>
              <a:t>after</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composting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period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However</a:t>
            </a:r>
            <a:r>
              <a:rPr lang="fr-FR" sz="2800" b="0" i="0" u="none" strike="noStrike" dirty="0">
                <a:solidFill>
                  <a:srgbClr val="000000"/>
                </a:solidFill>
                <a:effectLst/>
                <a:latin typeface="Calibri" panose="020F0502020204030204" pitchFamily="34" charset="0"/>
              </a:rPr>
              <a:t>, none of the quantitative </a:t>
            </a:r>
            <a:r>
              <a:rPr lang="fr-FR" sz="2800" b="0" i="0" u="none" strike="noStrike" dirty="0" err="1">
                <a:solidFill>
                  <a:srgbClr val="000000"/>
                </a:solidFill>
                <a:effectLst/>
                <a:latin typeface="Calibri" panose="020F0502020204030204" pitchFamily="34" charset="0"/>
              </a:rPr>
              <a:t>measured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properties</a:t>
            </a:r>
            <a:r>
              <a:rPr lang="fr-FR" sz="2800" b="0" i="0" u="none" strike="noStrike" dirty="0">
                <a:solidFill>
                  <a:srgbClr val="000000"/>
                </a:solidFill>
                <a:effectLst/>
                <a:latin typeface="Calibri" panose="020F0502020204030204" pitchFamily="34" charset="0"/>
              </a:rPr>
              <a:t> can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conceptually</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linked</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kmax</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Categorical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approach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could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 </a:t>
            </a:r>
            <a:r>
              <a:rPr lang="fr-FR" sz="2800" b="0" i="0" u="none" strike="noStrike" dirty="0" err="1">
                <a:solidFill>
                  <a:srgbClr val="000000"/>
                </a:solidFill>
                <a:effectLst/>
                <a:latin typeface="Calibri" panose="020F0502020204030204" pitchFamily="34" charset="0"/>
              </a:rPr>
              <a:t>way</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handle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like </a:t>
            </a:r>
            <a:r>
              <a:rPr lang="fr-FR" sz="2800" b="0" i="0" u="none" strike="noStrike" dirty="0" err="1">
                <a:solidFill>
                  <a:srgbClr val="000000"/>
                </a:solidFill>
                <a:effectLst/>
                <a:latin typeface="Calibri" panose="020F0502020204030204" pitchFamily="34" charset="0"/>
              </a:rPr>
              <a:t>Kmax</a:t>
            </a:r>
            <a:r>
              <a:rPr lang="fr-FR" sz="2800" b="0" i="0" u="none" strike="noStrike" dirty="0">
                <a:solidFill>
                  <a:srgbClr val="000000"/>
                </a:solidFill>
                <a:effectLst/>
                <a:latin typeface="Calibri" panose="020F0502020204030204" pitchFamily="34" charset="0"/>
              </a:rPr>
              <a:t>. For </a:t>
            </a:r>
            <a:r>
              <a:rPr lang="fr-FR" sz="2800" b="0" i="0" u="none" strike="noStrike" dirty="0" err="1">
                <a:solidFill>
                  <a:srgbClr val="000000"/>
                </a:solidFill>
                <a:effectLst/>
                <a:latin typeface="Calibri" panose="020F0502020204030204" pitchFamily="34" charset="0"/>
              </a:rPr>
              <a:t>now</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hardly</a:t>
            </a:r>
            <a:r>
              <a:rPr lang="fr-FR" sz="2800" b="0" i="0" u="none" strike="noStrike" dirty="0">
                <a:solidFill>
                  <a:srgbClr val="000000"/>
                </a:solidFill>
                <a:effectLst/>
                <a:latin typeface="Calibri" panose="020F0502020204030204" pitchFamily="34" charset="0"/>
              </a:rPr>
              <a:t> have a </a:t>
            </a:r>
            <a:r>
              <a:rPr lang="fr-FR" sz="2800" b="0" i="0" u="none" strike="noStrike" dirty="0" err="1">
                <a:solidFill>
                  <a:srgbClr val="000000"/>
                </a:solidFill>
                <a:effectLst/>
                <a:latin typeface="Calibri" panose="020F0502020204030204" pitchFamily="34" charset="0"/>
              </a:rPr>
              <a:t>handful</a:t>
            </a:r>
            <a:r>
              <a:rPr lang="fr-FR" sz="2800" b="0" i="0" u="none" strike="noStrike" dirty="0">
                <a:solidFill>
                  <a:srgbClr val="000000"/>
                </a:solidFill>
                <a:effectLst/>
                <a:latin typeface="Calibri" panose="020F0502020204030204" pitchFamily="34" charset="0"/>
              </a:rPr>
              <a:t> of situation on the </a:t>
            </a:r>
            <a:r>
              <a:rPr lang="fr-FR" sz="2800" b="0" i="0" u="none" strike="noStrike" dirty="0" err="1">
                <a:solidFill>
                  <a:srgbClr val="000000"/>
                </a:solidFill>
                <a:effectLst/>
                <a:latin typeface="Calibri" panose="020F0502020204030204" pitchFamily="34" charset="0"/>
              </a:rPr>
              <a:t>same</a:t>
            </a:r>
            <a:r>
              <a:rPr lang="fr-FR" sz="2800" b="0" i="0" u="none" strike="noStrike" dirty="0">
                <a:solidFill>
                  <a:srgbClr val="000000"/>
                </a:solidFill>
                <a:effectLst/>
                <a:latin typeface="Calibri" panose="020F0502020204030204" pitchFamily="34" charset="0"/>
              </a:rPr>
              <a:t> type of effluent. But the </a:t>
            </a:r>
            <a:r>
              <a:rPr lang="fr-FR" sz="2800" b="0" i="0" u="none" strike="noStrike" dirty="0" err="1">
                <a:solidFill>
                  <a:srgbClr val="000000"/>
                </a:solidFill>
                <a:effectLst/>
                <a:latin typeface="Calibri" panose="020F0502020204030204" pitchFamily="34" charset="0"/>
              </a:rPr>
              <a:t>categorical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aproach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would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fragile if </a:t>
            </a:r>
            <a:r>
              <a:rPr lang="fr-FR" sz="2800" b="0" i="0" u="none" strike="noStrike" dirty="0" err="1">
                <a:solidFill>
                  <a:srgbClr val="000000"/>
                </a:solidFill>
                <a:effectLst/>
                <a:latin typeface="Calibri" panose="020F0502020204030204" pitchFamily="34" charset="0"/>
              </a:rPr>
              <a:t>based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only</a:t>
            </a:r>
            <a:r>
              <a:rPr lang="fr-FR" sz="2800" b="0" i="0" u="none" strike="noStrike" dirty="0">
                <a:solidFill>
                  <a:srgbClr val="000000"/>
                </a:solidFill>
                <a:effectLst/>
                <a:latin typeface="Calibri" panose="020F0502020204030204" pitchFamily="34" charset="0"/>
              </a:rPr>
              <a:t> on one or </a:t>
            </a:r>
            <a:r>
              <a:rPr lang="fr-FR" sz="2800" b="0" i="0" u="none" strike="noStrike" dirty="0" err="1">
                <a:solidFill>
                  <a:srgbClr val="000000"/>
                </a:solidFill>
                <a:effectLst/>
                <a:latin typeface="Calibri" panose="020F0502020204030204" pitchFamily="34" charset="0"/>
              </a:rPr>
              <a:t>two</a:t>
            </a:r>
            <a:r>
              <a:rPr lang="fr-FR" sz="2800" b="0" i="0" u="none" strike="noStrike" dirty="0">
                <a:solidFill>
                  <a:srgbClr val="000000"/>
                </a:solidFill>
                <a:effectLst/>
                <a:latin typeface="Calibri" panose="020F0502020204030204" pitchFamily="34" charset="0"/>
              </a:rPr>
              <a:t> case of </a:t>
            </a:r>
            <a:r>
              <a:rPr lang="fr-FR" sz="2800" b="0" i="0" u="none" strike="noStrike" dirty="0" err="1">
                <a:solidFill>
                  <a:srgbClr val="000000"/>
                </a:solidFill>
                <a:effectLst/>
                <a:latin typeface="Calibri" panose="020F0502020204030204" pitchFamily="34" charset="0"/>
              </a:rPr>
              <a:t>each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category</a:t>
            </a:r>
            <a:r>
              <a:rPr lang="en-US" sz="2800" b="0" i="0" u="none" strike="noStrike" dirty="0">
                <a:solidFill>
                  <a:srgbClr val="444444"/>
                </a:solidFill>
                <a:effectLst/>
                <a:latin typeface="Calibri" panose="020F0502020204030204" pitchFamily="34" charset="0"/>
              </a:rPr>
              <a:t> so </a:t>
            </a:r>
            <a:r>
              <a:rPr lang="fr-FR" sz="2800" b="0" i="0" u="none" strike="noStrike" dirty="0" err="1">
                <a:solidFill>
                  <a:srgbClr val="000000"/>
                </a:solidFill>
                <a:effectLst/>
                <a:latin typeface="Calibri" panose="020F0502020204030204" pitchFamily="34" charset="0"/>
              </a:rPr>
              <a:t>it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needs</a:t>
            </a:r>
            <a:r>
              <a:rPr lang="fr-FR" sz="2800" b="0" i="0" u="none" strike="noStrike" dirty="0">
                <a:solidFill>
                  <a:srgbClr val="000000"/>
                </a:solidFill>
                <a:effectLst/>
                <a:latin typeface="Calibri" panose="020F0502020204030204" pitchFamily="34" charset="0"/>
              </a:rPr>
              <a:t> a lot of data to </a:t>
            </a:r>
            <a:r>
              <a:rPr lang="fr-FR" sz="2800" b="0" i="0" u="none" strike="noStrike" dirty="0" err="1">
                <a:solidFill>
                  <a:srgbClr val="000000"/>
                </a:solidFill>
                <a:effectLst/>
                <a:latin typeface="Calibri" panose="020F0502020204030204" pitchFamily="34" charset="0"/>
              </a:rPr>
              <a:t>achieve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robust</a:t>
            </a:r>
            <a:r>
              <a:rPr lang="fr-FR" sz="2800" b="0" i="0" u="none" strike="noStrike" dirty="0">
                <a:solidFill>
                  <a:srgbClr val="000000"/>
                </a:solidFill>
                <a:effectLst/>
                <a:latin typeface="Calibri" panose="020F0502020204030204" pitchFamily="34" charset="0"/>
              </a:rPr>
              <a:t> distributions of </a:t>
            </a:r>
            <a:r>
              <a:rPr lang="fr-FR" sz="2800" b="0" i="0" u="none" strike="noStrike" dirty="0" err="1">
                <a:solidFill>
                  <a:srgbClr val="000000"/>
                </a:solidFill>
                <a:effectLst/>
                <a:latin typeface="Calibri" panose="020F0502020204030204" pitchFamily="34" charset="0"/>
              </a:rPr>
              <a:t>this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parameter</a:t>
            </a:r>
            <a:r>
              <a:rPr lang="fr-FR" sz="2800" b="0" i="0" u="none" strike="noStrike" dirty="0">
                <a:solidFill>
                  <a:srgbClr val="000000"/>
                </a:solidFill>
                <a:effectLst/>
                <a:latin typeface="Calibri" panose="020F0502020204030204" pitchFamily="34" charset="0"/>
              </a:rPr>
              <a:t>.</a:t>
            </a:r>
            <a:r>
              <a:rPr lang="fr-FR" sz="2800" b="0" i="0" dirty="0">
                <a:solidFill>
                  <a:srgbClr val="444444"/>
                </a:solidFill>
                <a:effectLst/>
                <a:latin typeface="Calibri" panose="020F0502020204030204" pitchFamily="34" charset="0"/>
              </a:rPr>
              <a:t>​</a:t>
            </a:r>
          </a:p>
          <a:p>
            <a:pPr algn="l" rtl="0" fontAlgn="base"/>
            <a:endParaRPr lang="en-US" sz="2800" b="0" i="0" dirty="0">
              <a:solidFill>
                <a:srgbClr val="444444"/>
              </a:solidFill>
              <a:effectLst/>
              <a:latin typeface="Calibri" panose="020F0502020204030204" pitchFamily="34" charset="0"/>
            </a:endParaRPr>
          </a:p>
          <a:p>
            <a:pPr algn="l" rtl="0" fontAlgn="base"/>
            <a:r>
              <a:rPr lang="fr-FR" sz="2800" b="0" i="0" dirty="0">
                <a:solidFill>
                  <a:srgbClr val="444444"/>
                </a:solidFill>
                <a:effectLst/>
                <a:latin typeface="Calibri" panose="020F0502020204030204" pitchFamily="34" charset="0"/>
              </a:rPr>
              <a:t>​</a:t>
            </a:r>
          </a:p>
          <a:p>
            <a:endParaRPr lang="fr-FR" dirty="0"/>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8</a:t>
            </a:fld>
            <a:endParaRPr lang="fr-FR"/>
          </a:p>
        </p:txBody>
      </p:sp>
    </p:spTree>
    <p:extLst>
      <p:ext uri="{BB962C8B-B14F-4D97-AF65-F5344CB8AC3E}">
        <p14:creationId xmlns:p14="http://schemas.microsoft.com/office/powerpoint/2010/main" val="1018802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rtl="0" fontAlgn="base"/>
            <a:r>
              <a:rPr lang="en-US" sz="2800" b="0" i="0" u="none" strike="noStrike" dirty="0">
                <a:solidFill>
                  <a:srgbClr val="000000"/>
                </a:solidFill>
                <a:effectLst/>
                <a:latin typeface="Calibri" panose="020F0502020204030204" pitchFamily="34" charset="0"/>
              </a:rPr>
              <a:t>Moreover, if we ever want to add or correct new </a:t>
            </a:r>
            <a:r>
              <a:rPr lang="en-US" sz="2800" b="0" i="0" u="none" strike="noStrike" dirty="0" err="1">
                <a:solidFill>
                  <a:srgbClr val="000000"/>
                </a:solidFill>
                <a:effectLst/>
                <a:latin typeface="Calibri" panose="020F0502020204030204" pitchFamily="34" charset="0"/>
              </a:rPr>
              <a:t>phenomenons</a:t>
            </a:r>
            <a:r>
              <a:rPr lang="en-US" sz="2800" b="0" i="0" u="none" strike="noStrike" dirty="0">
                <a:solidFill>
                  <a:srgbClr val="000000"/>
                </a:solidFill>
                <a:effectLst/>
                <a:latin typeface="Calibri" panose="020F0502020204030204" pitchFamily="34" charset="0"/>
              </a:rPr>
              <a:t>, we will need to trustfully repeat this calibration. However, the calibration we used is inconsistent due to smooth optimums.</a:t>
            </a:r>
          </a:p>
          <a:p>
            <a:pPr algn="just" rtl="0" fontAlgn="base"/>
            <a:r>
              <a:rPr lang="en-US" sz="2800" b="0" i="0" u="none" strike="noStrike" dirty="0">
                <a:solidFill>
                  <a:srgbClr val="000000"/>
                </a:solidFill>
                <a:effectLst/>
                <a:latin typeface="Calibri" panose="020F0502020204030204" pitchFamily="34" charset="0"/>
              </a:rPr>
              <a:t>Each parameter is calibrated by maximizing likelihood, the best likelihood is considered to be the best value of this parameter and we report it on the property/parameter graph so we can make the initialization model. </a:t>
            </a:r>
          </a:p>
          <a:p>
            <a:pPr algn="just" rtl="0" fontAlgn="base"/>
            <a:r>
              <a:rPr lang="en-US" sz="2800" b="0" i="0" u="none" strike="noStrike" dirty="0">
                <a:solidFill>
                  <a:srgbClr val="000000"/>
                </a:solidFill>
                <a:effectLst/>
                <a:latin typeface="Calibri" panose="020F0502020204030204" pitchFamily="34" charset="0"/>
              </a:rPr>
              <a:t>But if the likelihood curve is very smooth (or bimodal), we get a lot of realistic values. By choosing just the best value, we feed our initialization model with a point which may have a lot of influence whereas it </a:t>
            </a:r>
            <a:r>
              <a:rPr lang="en-US" sz="2800" b="0" i="0" u="none" strike="noStrike" dirty="0" err="1">
                <a:solidFill>
                  <a:srgbClr val="000000"/>
                </a:solidFill>
                <a:effectLst/>
                <a:latin typeface="Calibri" panose="020F0502020204030204" pitchFamily="34" charset="0"/>
              </a:rPr>
              <a:t>shoudn’t</a:t>
            </a:r>
            <a:r>
              <a:rPr lang="en-US" sz="2800" b="0" i="0" u="none" strike="noStrike" dirty="0">
                <a:solidFill>
                  <a:srgbClr val="000000"/>
                </a:solidFill>
                <a:effectLst/>
                <a:latin typeface="Calibri" panose="020F0502020204030204" pitchFamily="34" charset="0"/>
              </a:rPr>
              <a:t> because it’s just a possible values among others.</a:t>
            </a:r>
          </a:p>
          <a:p>
            <a:pPr algn="just" rtl="0" fontAlgn="base"/>
            <a:r>
              <a:rPr lang="en-US" sz="2800" b="0" i="0" u="none" strike="noStrike" dirty="0">
                <a:solidFill>
                  <a:srgbClr val="000000"/>
                </a:solidFill>
                <a:effectLst/>
                <a:latin typeface="Calibri" panose="020F0502020204030204" pitchFamily="34" charset="0"/>
              </a:rPr>
              <a:t>This is were we can mobilize Bayesian calibration: with Bayesian calibration, we give more importance to informative point. </a:t>
            </a:r>
          </a:p>
          <a:p>
            <a:pPr algn="just" rtl="0" fontAlgn="base"/>
            <a:r>
              <a:rPr lang="en-US" sz="2800" b="0" i="0" u="none" strike="noStrike" dirty="0">
                <a:solidFill>
                  <a:srgbClr val="000000"/>
                </a:solidFill>
                <a:effectLst/>
                <a:latin typeface="Calibri" panose="020F0502020204030204" pitchFamily="34" charset="0"/>
              </a:rPr>
              <a:t>You can think of it like adding intervals of possible values, now you can draw a model that cross all those interval, this is certainly different from what you get with only point (Bayesian calibration doesn’t work like this at all, but it take into account the plausible ranges of each situation)</a:t>
            </a:r>
          </a:p>
          <a:p>
            <a:pPr algn="just" rtl="0" fontAlgn="base"/>
            <a:r>
              <a:rPr lang="en-US" sz="2800" b="0" i="0" u="none" strike="noStrike" dirty="0">
                <a:solidFill>
                  <a:srgbClr val="000000"/>
                </a:solidFill>
                <a:effectLst/>
                <a:latin typeface="Calibri" panose="020F0502020204030204" pitchFamily="34" charset="0"/>
              </a:rPr>
              <a:t>It will also help differentiate uncertainty from parameters, from the mathematical implementation, and from the measure. </a:t>
            </a:r>
            <a:r>
              <a:rPr lang="fr-FR" sz="2800" b="0" i="0" dirty="0">
                <a:solidFill>
                  <a:srgbClr val="444444"/>
                </a:solidFill>
                <a:effectLst/>
                <a:latin typeface="Calibri" panose="020F0502020204030204" pitchFamily="34" charset="0"/>
              </a:rPr>
              <a:t>​</a:t>
            </a:r>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9</a:t>
            </a:fld>
            <a:endParaRPr lang="fr-FR"/>
          </a:p>
        </p:txBody>
      </p:sp>
    </p:spTree>
    <p:extLst>
      <p:ext uri="{BB962C8B-B14F-4D97-AF65-F5344CB8AC3E}">
        <p14:creationId xmlns:p14="http://schemas.microsoft.com/office/powerpoint/2010/main" val="1352798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B50E6-6369-E8D0-B0B3-36DC8171EA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35C828-80A0-BE76-6E41-7EB599475C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430086-E321-2128-CC8E-0F1B97078210}"/>
              </a:ext>
            </a:extLst>
          </p:cNvPr>
          <p:cNvSpPr>
            <a:spLocks noGrp="1"/>
          </p:cNvSpPr>
          <p:nvPr>
            <p:ph type="body" idx="1"/>
          </p:nvPr>
        </p:nvSpPr>
        <p:spPr/>
        <p:txBody>
          <a:bodyPr/>
          <a:lstStyle/>
          <a:p>
            <a:pPr algn="just"/>
            <a:r>
              <a:rPr lang="en-US" sz="1800" dirty="0">
                <a:solidFill>
                  <a:srgbClr val="000000"/>
                </a:solidFill>
                <a:latin typeface="Calibri"/>
                <a:ea typeface="Calibri"/>
                <a:cs typeface="Calibri"/>
              </a:rPr>
              <a:t>Transition to 2nd part</a:t>
            </a:r>
            <a:endParaRPr lang="fr-FR" dirty="0"/>
          </a:p>
          <a:p>
            <a:endParaRPr lang="fr-FR" dirty="0"/>
          </a:p>
        </p:txBody>
      </p:sp>
      <p:sp>
        <p:nvSpPr>
          <p:cNvPr id="4" name="Espace réservé du numéro de diapositive 3">
            <a:extLst>
              <a:ext uri="{FF2B5EF4-FFF2-40B4-BE49-F238E27FC236}">
                <a16:creationId xmlns:a16="http://schemas.microsoft.com/office/drawing/2014/main" id="{8FE7F60F-3E75-B879-DD18-D73BA0364948}"/>
              </a:ext>
            </a:extLst>
          </p:cNvPr>
          <p:cNvSpPr>
            <a:spLocks noGrp="1"/>
          </p:cNvSpPr>
          <p:nvPr>
            <p:ph type="sldNum" sz="quarter" idx="5"/>
          </p:nvPr>
        </p:nvSpPr>
        <p:spPr/>
        <p:txBody>
          <a:bodyPr/>
          <a:lstStyle/>
          <a:p>
            <a:fld id="{52032664-528A-4F00-8D06-CE62BBCE63DF}" type="slidenum">
              <a:rPr lang="fr-FR" smtClean="0"/>
              <a:t>10</a:t>
            </a:fld>
            <a:endParaRPr lang="fr-FR"/>
          </a:p>
        </p:txBody>
      </p:sp>
    </p:spTree>
    <p:extLst>
      <p:ext uri="{BB962C8B-B14F-4D97-AF65-F5344CB8AC3E}">
        <p14:creationId xmlns:p14="http://schemas.microsoft.com/office/powerpoint/2010/main" val="2797628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rtl="0" fontAlgn="base"/>
            <a:r>
              <a:rPr lang="fr-FR" sz="2800" b="0" i="0" u="none" strike="noStrike" dirty="0">
                <a:solidFill>
                  <a:srgbClr val="000000"/>
                </a:solidFill>
                <a:effectLst/>
                <a:latin typeface="Calibri" panose="020F0502020204030204" pitchFamily="34" charset="0"/>
              </a:rPr>
              <a:t>The </a:t>
            </a:r>
            <a:r>
              <a:rPr lang="fr-FR" sz="2800" b="0" i="0" u="none" strike="noStrike" dirty="0" err="1">
                <a:solidFill>
                  <a:srgbClr val="000000"/>
                </a:solidFill>
                <a:effectLst/>
                <a:latin typeface="Calibri" panose="020F0502020204030204" pitchFamily="34" charset="0"/>
              </a:rPr>
              <a:t>behavior</a:t>
            </a:r>
            <a:r>
              <a:rPr lang="fr-FR" sz="2800" b="0" i="0" u="none" strike="noStrike" dirty="0">
                <a:solidFill>
                  <a:srgbClr val="000000"/>
                </a:solidFill>
                <a:effectLst/>
                <a:latin typeface="Calibri" panose="020F0502020204030204" pitchFamily="34" charset="0"/>
              </a:rPr>
              <a:t> of </a:t>
            </a:r>
            <a:r>
              <a:rPr lang="fr-FR" sz="2800" b="0" i="0" u="none" strike="noStrike" dirty="0" err="1">
                <a:solidFill>
                  <a:srgbClr val="000000"/>
                </a:solidFill>
                <a:effectLst/>
                <a:latin typeface="Calibri" panose="020F0502020204030204" pitchFamily="34" charset="0"/>
              </a:rPr>
              <a:t>added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organic</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matter</a:t>
            </a:r>
            <a:r>
              <a:rPr lang="fr-FR" sz="2800" b="0" i="0" u="none" strike="noStrike" dirty="0">
                <a:solidFill>
                  <a:srgbClr val="000000"/>
                </a:solidFill>
                <a:effectLst/>
                <a:latin typeface="Calibri" panose="020F0502020204030204" pitchFamily="34" charset="0"/>
              </a:rPr>
              <a:t> in the </a:t>
            </a:r>
            <a:r>
              <a:rPr lang="fr-FR" sz="2800" b="0" i="0" u="none" strike="noStrike" dirty="0" err="1">
                <a:solidFill>
                  <a:srgbClr val="000000"/>
                </a:solidFill>
                <a:effectLst/>
                <a:latin typeface="Calibri" panose="020F0502020204030204" pitchFamily="34" charset="0"/>
              </a:rPr>
              <a:t>soil-crop</a:t>
            </a:r>
            <a:r>
              <a:rPr lang="fr-FR" sz="2800" b="0" i="0" u="none" strike="noStrike" dirty="0">
                <a:solidFill>
                  <a:srgbClr val="000000"/>
                </a:solidFill>
                <a:effectLst/>
                <a:latin typeface="Calibri" panose="020F0502020204030204" pitchFamily="34" charset="0"/>
              </a:rPr>
              <a:t> system </a:t>
            </a:r>
            <a:r>
              <a:rPr lang="fr-FR" sz="2800" b="0" i="0" u="none" strike="noStrike" dirty="0" err="1">
                <a:solidFill>
                  <a:srgbClr val="000000"/>
                </a:solidFill>
                <a:effectLst/>
                <a:latin typeface="Calibri" panose="020F0502020204030204" pitchFamily="34" charset="0"/>
              </a:rPr>
              <a:t>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described</a:t>
            </a:r>
            <a:r>
              <a:rPr lang="fr-FR" sz="2800" b="0" i="0" u="none" strike="noStrike" dirty="0">
                <a:solidFill>
                  <a:srgbClr val="000000"/>
                </a:solidFill>
                <a:effectLst/>
                <a:latin typeface="Calibri" panose="020F0502020204030204" pitchFamily="34" charset="0"/>
              </a:rPr>
              <a:t> by Levavasseur (2022).</a:t>
            </a:r>
            <a:r>
              <a:rPr lang="fr-FR" sz="2800" b="0" i="0" dirty="0">
                <a:solidFill>
                  <a:srgbClr val="444444"/>
                </a:solidFill>
                <a:effectLst/>
                <a:latin typeface="Calibri" panose="020F0502020204030204" pitchFamily="34" charset="0"/>
              </a:rPr>
              <a:t>​</a:t>
            </a:r>
          </a:p>
          <a:p>
            <a:pPr algn="l" rtl="0" fontAlgn="base"/>
            <a:r>
              <a:rPr lang="fr-FR" sz="2800" b="0" i="0" u="none" strike="noStrike" dirty="0">
                <a:solidFill>
                  <a:srgbClr val="000000"/>
                </a:solidFill>
                <a:effectLst/>
                <a:latin typeface="Calibri" panose="020F0502020204030204" pitchFamily="34" charset="0"/>
              </a:rPr>
              <a:t>It relies on 2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the fraction of labile </a:t>
            </a:r>
            <a:r>
              <a:rPr lang="fr-FR" sz="2800" b="0" i="0" u="none" strike="noStrike" dirty="0" err="1">
                <a:solidFill>
                  <a:srgbClr val="000000"/>
                </a:solidFill>
                <a:effectLst/>
                <a:latin typeface="Calibri" panose="020F0502020204030204" pitchFamily="34" charset="0"/>
              </a:rPr>
              <a:t>organic</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matter</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named</a:t>
            </a:r>
            <a:r>
              <a:rPr lang="fr-FR" sz="2800" b="0" i="0" u="none" strike="noStrike" dirty="0">
                <a:solidFill>
                  <a:srgbClr val="000000"/>
                </a:solidFill>
                <a:effectLst/>
                <a:latin typeface="Calibri" panose="020F0502020204030204" pitchFamily="34" charset="0"/>
              </a:rPr>
              <a:t> RES1), the </a:t>
            </a:r>
            <a:r>
              <a:rPr lang="fr-FR" sz="2800" b="0" i="0" u="none" strike="noStrike" dirty="0" err="1">
                <a:solidFill>
                  <a:srgbClr val="000000"/>
                </a:solidFill>
                <a:effectLst/>
                <a:latin typeface="Calibri" panose="020F0502020204030204" pitchFamily="34" charset="0"/>
              </a:rPr>
              <a:t>mineralisation</a:t>
            </a:r>
            <a:r>
              <a:rPr lang="fr-FR" sz="2800" b="0" i="0" u="none" strike="noStrike" dirty="0">
                <a:solidFill>
                  <a:srgbClr val="000000"/>
                </a:solidFill>
                <a:effectLst/>
                <a:latin typeface="Calibri" panose="020F0502020204030204" pitchFamily="34" charset="0"/>
              </a:rPr>
              <a:t> rate of </a:t>
            </a:r>
            <a:r>
              <a:rPr lang="fr-FR" sz="2800" b="0" i="0" u="none" strike="noStrike" dirty="0" err="1">
                <a:solidFill>
                  <a:srgbClr val="000000"/>
                </a:solidFill>
                <a:effectLst/>
                <a:latin typeface="Calibri" panose="020F0502020204030204" pitchFamily="34" charset="0"/>
              </a:rPr>
              <a:t>this</a:t>
            </a:r>
            <a:r>
              <a:rPr lang="fr-FR" sz="2800" b="0" i="0" u="none" strike="noStrike" dirty="0">
                <a:solidFill>
                  <a:srgbClr val="000000"/>
                </a:solidFill>
                <a:effectLst/>
                <a:latin typeface="Calibri" panose="020F0502020204030204" pitchFamily="34" charset="0"/>
              </a:rPr>
              <a:t> fraction in the </a:t>
            </a:r>
            <a:r>
              <a:rPr lang="fr-FR" sz="2800" b="0" i="0" u="none" strike="noStrike" dirty="0" err="1">
                <a:solidFill>
                  <a:srgbClr val="000000"/>
                </a:solidFill>
                <a:effectLst/>
                <a:latin typeface="Calibri" panose="020F0502020204030204" pitchFamily="34" charset="0"/>
              </a:rPr>
              <a:t>considered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soil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named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kRES</a:t>
            </a:r>
            <a:r>
              <a:rPr lang="fr-FR" sz="2800" b="0" i="0" u="none" strike="noStrike" dirty="0">
                <a:solidFill>
                  <a:srgbClr val="000000"/>
                </a:solidFill>
                <a:effectLst/>
                <a:latin typeface="Calibri" panose="020F0502020204030204" pitchFamily="34" charset="0"/>
              </a:rPr>
              <a:t>).</a:t>
            </a:r>
            <a:r>
              <a:rPr lang="fr-FR" sz="2800" b="0" i="0" dirty="0">
                <a:solidFill>
                  <a:srgbClr val="444444"/>
                </a:solidFill>
                <a:effectLst/>
                <a:latin typeface="Calibri" panose="020F0502020204030204" pitchFamily="34" charset="0"/>
              </a:rPr>
              <a:t>​</a:t>
            </a:r>
          </a:p>
          <a:p>
            <a:pPr algn="l" rtl="0" fontAlgn="base"/>
            <a:r>
              <a:rPr lang="fr-FR" sz="2800" b="0" i="0" u="none" strike="noStrike" dirty="0">
                <a:solidFill>
                  <a:srgbClr val="000000"/>
                </a:solidFill>
                <a:effectLst/>
                <a:latin typeface="Calibri" panose="020F0502020204030204" pitchFamily="34" charset="0"/>
              </a:rPr>
              <a:t>Levavasseur </a:t>
            </a:r>
            <a:r>
              <a:rPr lang="fr-FR" sz="2800" b="0" i="0" u="none" strike="noStrike" dirty="0" err="1">
                <a:solidFill>
                  <a:srgbClr val="000000"/>
                </a:solidFill>
                <a:effectLst/>
                <a:latin typeface="Calibri" panose="020F0502020204030204" pitchFamily="34" charset="0"/>
              </a:rPr>
              <a:t>proposed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equations</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predict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these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with</a:t>
            </a:r>
            <a:r>
              <a:rPr lang="fr-FR" sz="2800" b="0" i="0" u="none" strike="noStrike" dirty="0">
                <a:solidFill>
                  <a:srgbClr val="000000"/>
                </a:solidFill>
                <a:effectLst/>
                <a:latin typeface="Calibri" panose="020F0502020204030204" pitchFamily="34" charset="0"/>
              </a:rPr>
              <a:t> 3 </a:t>
            </a:r>
            <a:r>
              <a:rPr lang="fr-FR" sz="2800" b="0" i="0" u="none" strike="noStrike" dirty="0" err="1">
                <a:solidFill>
                  <a:srgbClr val="000000"/>
                </a:solidFill>
                <a:effectLst/>
                <a:latin typeface="Calibri" panose="020F0502020204030204" pitchFamily="34" charset="0"/>
              </a:rPr>
              <a:t>days</a:t>
            </a:r>
            <a:r>
              <a:rPr lang="fr-FR" sz="2800" b="0" i="0" u="none" strike="noStrike" dirty="0">
                <a:solidFill>
                  <a:srgbClr val="000000"/>
                </a:solidFill>
                <a:effectLst/>
                <a:latin typeface="Calibri" panose="020F0502020204030204" pitchFamily="34" charset="0"/>
              </a:rPr>
              <a:t> incubations </a:t>
            </a:r>
            <a:r>
              <a:rPr lang="fr-FR" sz="2800" b="0" i="0" u="none" strike="noStrike" dirty="0" err="1">
                <a:solidFill>
                  <a:srgbClr val="000000"/>
                </a:solidFill>
                <a:effectLst/>
                <a:latin typeface="Calibri" panose="020F0502020204030204" pitchFamily="34" charset="0"/>
              </a:rPr>
              <a:t>while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reference</a:t>
            </a:r>
            <a:r>
              <a:rPr lang="fr-FR" sz="2800" b="0" i="0" u="none" strike="noStrike" dirty="0">
                <a:solidFill>
                  <a:srgbClr val="000000"/>
                </a:solidFill>
                <a:effectLst/>
                <a:latin typeface="Calibri" panose="020F0502020204030204" pitchFamily="34" charset="0"/>
              </a:rPr>
              <a:t> values are </a:t>
            </a:r>
            <a:r>
              <a:rPr lang="fr-FR" sz="2800" b="0" i="0" u="none" strike="noStrike" dirty="0" err="1">
                <a:solidFill>
                  <a:srgbClr val="000000"/>
                </a:solidFill>
                <a:effectLst/>
                <a:latin typeface="Calibri" panose="020F0502020204030204" pitchFamily="34" charset="0"/>
              </a:rPr>
              <a:t>based</a:t>
            </a:r>
            <a:r>
              <a:rPr lang="fr-FR" sz="2800" b="0" i="0" u="none" strike="noStrike" dirty="0">
                <a:solidFill>
                  <a:srgbClr val="000000"/>
                </a:solidFill>
                <a:effectLst/>
                <a:latin typeface="Calibri" panose="020F0502020204030204" pitchFamily="34" charset="0"/>
              </a:rPr>
              <a:t> on 90 </a:t>
            </a:r>
            <a:r>
              <a:rPr lang="fr-FR" sz="2800" b="0" i="0" u="none" strike="noStrike" dirty="0" err="1">
                <a:solidFill>
                  <a:srgbClr val="000000"/>
                </a:solidFill>
                <a:effectLst/>
                <a:latin typeface="Calibri" panose="020F0502020204030204" pitchFamily="34" charset="0"/>
              </a:rPr>
              <a:t>days</a:t>
            </a:r>
            <a:r>
              <a:rPr lang="fr-FR" sz="2800" b="0" i="0" u="none" strike="noStrike" dirty="0">
                <a:solidFill>
                  <a:srgbClr val="000000"/>
                </a:solidFill>
                <a:effectLst/>
                <a:latin typeface="Calibri" panose="020F0502020204030204" pitchFamily="34" charset="0"/>
              </a:rPr>
              <a:t> incubations.</a:t>
            </a:r>
            <a:r>
              <a:rPr lang="fr-FR" sz="2800" b="0" i="0" dirty="0">
                <a:solidFill>
                  <a:srgbClr val="444444"/>
                </a:solidFill>
                <a:effectLst/>
                <a:latin typeface="Calibri" panose="020F0502020204030204" pitchFamily="34" charset="0"/>
              </a:rPr>
              <a:t>​</a:t>
            </a:r>
          </a:p>
          <a:p>
            <a:pPr algn="l" rtl="0" fontAlgn="base"/>
            <a:r>
              <a:rPr lang="fr-FR" sz="2800" b="0" i="0" dirty="0" err="1">
                <a:solidFill>
                  <a:srgbClr val="444444"/>
                </a:solidFill>
                <a:effectLst/>
                <a:latin typeface="Calibri" panose="020F0502020204030204" pitchFamily="34" charset="0"/>
              </a:rPr>
              <a:t>We</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hypothesize</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that</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it</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may</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be</a:t>
            </a:r>
            <a:r>
              <a:rPr lang="fr-FR" sz="2800" b="0" i="0" dirty="0">
                <a:solidFill>
                  <a:srgbClr val="444444"/>
                </a:solidFill>
                <a:effectLst/>
                <a:latin typeface="Calibri" panose="020F0502020204030204" pitchFamily="34" charset="0"/>
              </a:rPr>
              <a:t> a relation </a:t>
            </a:r>
            <a:r>
              <a:rPr lang="fr-FR" sz="2800" b="0" i="0" dirty="0" err="1">
                <a:solidFill>
                  <a:srgbClr val="444444"/>
                </a:solidFill>
                <a:effectLst/>
                <a:latin typeface="Calibri" panose="020F0502020204030204" pitchFamily="34" charset="0"/>
              </a:rPr>
              <a:t>between</a:t>
            </a:r>
            <a:r>
              <a:rPr lang="fr-FR" sz="2800" b="0" i="0" dirty="0">
                <a:solidFill>
                  <a:srgbClr val="444444"/>
                </a:solidFill>
                <a:effectLst/>
                <a:latin typeface="Calibri" panose="020F0502020204030204" pitchFamily="34" charset="0"/>
              </a:rPr>
              <a:t> the </a:t>
            </a:r>
            <a:r>
              <a:rPr lang="fr-FR" sz="2800" b="0" i="0" dirty="0" err="1">
                <a:solidFill>
                  <a:srgbClr val="444444"/>
                </a:solidFill>
                <a:effectLst/>
                <a:latin typeface="Calibri" panose="020F0502020204030204" pitchFamily="34" charset="0"/>
              </a:rPr>
              <a:t>biodegredability</a:t>
            </a:r>
            <a:r>
              <a:rPr lang="fr-FR" sz="2800" b="0" i="0" dirty="0">
                <a:solidFill>
                  <a:srgbClr val="444444"/>
                </a:solidFill>
                <a:effectLst/>
                <a:latin typeface="Calibri" panose="020F0502020204030204" pitchFamily="34" charset="0"/>
              </a:rPr>
              <a:t>, as </a:t>
            </a:r>
            <a:r>
              <a:rPr lang="fr-FR" sz="2800" b="0" i="0" dirty="0" err="1">
                <a:solidFill>
                  <a:srgbClr val="444444"/>
                </a:solidFill>
                <a:effectLst/>
                <a:latin typeface="Calibri" panose="020F0502020204030204" pitchFamily="34" charset="0"/>
              </a:rPr>
              <a:t>represented</a:t>
            </a:r>
            <a:r>
              <a:rPr lang="fr-FR" sz="2800" b="0" i="0" dirty="0">
                <a:solidFill>
                  <a:srgbClr val="444444"/>
                </a:solidFill>
                <a:effectLst/>
                <a:latin typeface="Calibri" panose="020F0502020204030204" pitchFamily="34" charset="0"/>
              </a:rPr>
              <a:t> by the </a:t>
            </a:r>
            <a:r>
              <a:rPr lang="fr-FR" sz="2800" b="0" i="0" dirty="0" err="1">
                <a:solidFill>
                  <a:srgbClr val="444444"/>
                </a:solidFill>
                <a:effectLst/>
                <a:latin typeface="Calibri" panose="020F0502020204030204" pitchFamily="34" charset="0"/>
              </a:rPr>
              <a:t>composting</a:t>
            </a:r>
            <a:r>
              <a:rPr lang="fr-FR" sz="2800" b="0" i="0" dirty="0">
                <a:solidFill>
                  <a:srgbClr val="444444"/>
                </a:solidFill>
                <a:effectLst/>
                <a:latin typeface="Calibri" panose="020F0502020204030204" pitchFamily="34" charset="0"/>
              </a:rPr>
              <a:t> model, and </a:t>
            </a:r>
            <a:r>
              <a:rPr lang="fr-FR" sz="2800" b="0" i="0" dirty="0" err="1">
                <a:solidFill>
                  <a:srgbClr val="444444"/>
                </a:solidFill>
                <a:effectLst/>
                <a:latin typeface="Calibri" panose="020F0502020204030204" pitchFamily="34" charset="0"/>
              </a:rPr>
              <a:t>those</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biodegradability</a:t>
            </a:r>
            <a:r>
              <a:rPr lang="fr-FR" sz="2800" b="0" i="0" dirty="0">
                <a:solidFill>
                  <a:srgbClr val="444444"/>
                </a:solidFill>
                <a:effectLst/>
                <a:latin typeface="Calibri" panose="020F0502020204030204" pitchFamily="34" charset="0"/>
              </a:rPr>
              <a:t> (in </a:t>
            </a:r>
            <a:r>
              <a:rPr lang="fr-FR" sz="2800" b="0" i="0" dirty="0" err="1">
                <a:solidFill>
                  <a:srgbClr val="444444"/>
                </a:solidFill>
                <a:effectLst/>
                <a:latin typeface="Calibri" panose="020F0502020204030204" pitchFamily="34" charset="0"/>
              </a:rPr>
              <a:t>soil</a:t>
            </a:r>
            <a:r>
              <a:rPr lang="fr-FR" sz="2800" b="0" i="0" dirty="0">
                <a:solidFill>
                  <a:srgbClr val="444444"/>
                </a:solidFill>
                <a:effectLst/>
                <a:latin typeface="Calibri" panose="020F0502020204030204" pitchFamily="34" charset="0"/>
              </a:rPr>
              <a:t>) </a:t>
            </a:r>
            <a:r>
              <a:rPr lang="fr-FR" sz="2800" b="0" i="0" dirty="0" err="1">
                <a:solidFill>
                  <a:srgbClr val="444444"/>
                </a:solidFill>
                <a:effectLst/>
                <a:latin typeface="Calibri" panose="020F0502020204030204" pitchFamily="34" charset="0"/>
              </a:rPr>
              <a:t>parameters</a:t>
            </a:r>
            <a:r>
              <a:rPr lang="fr-FR" sz="2800" b="0" i="0" dirty="0">
                <a:solidFill>
                  <a:srgbClr val="444444"/>
                </a:solidFill>
                <a:effectLst/>
                <a:latin typeface="Calibri" panose="020F0502020204030204" pitchFamily="34" charset="0"/>
              </a:rPr>
              <a:t>.</a:t>
            </a:r>
          </a:p>
          <a:p>
            <a:pPr algn="l" rtl="0" fontAlgn="base"/>
            <a:r>
              <a:rPr lang="fr-FR" sz="2800" b="0" i="0" u="none" strike="noStrike" dirty="0" err="1">
                <a:solidFill>
                  <a:srgbClr val="000000"/>
                </a:solidFill>
                <a:effectLst/>
                <a:latin typeface="Calibri" panose="020F0502020204030204" pitchFamily="34" charset="0"/>
              </a:rPr>
              <a:t>Therefore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planned</a:t>
            </a:r>
            <a:r>
              <a:rPr lang="fr-FR" sz="2800" b="0" i="0" u="none" strike="noStrike" dirty="0">
                <a:solidFill>
                  <a:srgbClr val="000000"/>
                </a:solidFill>
                <a:effectLst/>
                <a:latin typeface="Calibri" panose="020F0502020204030204" pitchFamily="34" charset="0"/>
              </a:rPr>
              <a:t> an </a:t>
            </a:r>
            <a:r>
              <a:rPr lang="fr-FR" sz="2800" b="0" i="0" u="none" strike="noStrike" dirty="0" err="1">
                <a:solidFill>
                  <a:srgbClr val="000000"/>
                </a:solidFill>
                <a:effectLst/>
                <a:latin typeface="Calibri" panose="020F0502020204030204" pitchFamily="34" charset="0"/>
              </a:rPr>
              <a:t>experiment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coupling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composting</a:t>
            </a:r>
            <a:r>
              <a:rPr lang="fr-FR" sz="2800" b="0" i="0" u="none" strike="noStrike" dirty="0">
                <a:solidFill>
                  <a:srgbClr val="000000"/>
                </a:solidFill>
                <a:effectLst/>
                <a:latin typeface="Calibri" panose="020F0502020204030204" pitchFamily="34" charset="0"/>
              </a:rPr>
              <a:t>, sampling </a:t>
            </a:r>
            <a:r>
              <a:rPr lang="fr-FR" sz="2800" b="0" i="0" u="none" strike="noStrike" dirty="0" err="1">
                <a:solidFill>
                  <a:srgbClr val="000000"/>
                </a:solidFill>
                <a:effectLst/>
                <a:latin typeface="Calibri" panose="020F0502020204030204" pitchFamily="34" charset="0"/>
              </a:rPr>
              <a:t>organic</a:t>
            </a:r>
            <a:r>
              <a:rPr lang="fr-FR" sz="2800" b="0" i="0" u="none" strike="noStrike" dirty="0">
                <a:solidFill>
                  <a:srgbClr val="000000"/>
                </a:solidFill>
                <a:effectLst/>
                <a:latin typeface="Calibri" panose="020F0502020204030204" pitchFamily="34" charset="0"/>
              </a:rPr>
              <a:t> mixture at </a:t>
            </a:r>
            <a:r>
              <a:rPr lang="fr-FR" sz="2800" b="0" i="0" u="none" strike="noStrike" dirty="0" err="1">
                <a:solidFill>
                  <a:srgbClr val="000000"/>
                </a:solidFill>
                <a:effectLst/>
                <a:latin typeface="Calibri" panose="020F0502020204030204" pitchFamily="34" charset="0"/>
              </a:rPr>
              <a:t>different</a:t>
            </a:r>
            <a:r>
              <a:rPr lang="fr-FR" sz="2800" b="0" i="0" u="none" strike="noStrike" dirty="0">
                <a:solidFill>
                  <a:srgbClr val="000000"/>
                </a:solidFill>
                <a:effectLst/>
                <a:latin typeface="Calibri" panose="020F0502020204030204" pitchFamily="34" charset="0"/>
              </a:rPr>
              <a:t> dates for incubation, </a:t>
            </a:r>
            <a:r>
              <a:rPr lang="fr-FR" sz="2800" b="0" i="0" u="none" strike="noStrike" dirty="0" err="1">
                <a:solidFill>
                  <a:srgbClr val="000000"/>
                </a:solidFill>
                <a:effectLst/>
                <a:latin typeface="Calibri" panose="020F0502020204030204" pitchFamily="34" charset="0"/>
              </a:rPr>
              <a:t>followed</a:t>
            </a:r>
            <a:r>
              <a:rPr lang="fr-FR" sz="2800" b="0" i="0" u="none" strike="noStrike" dirty="0">
                <a:solidFill>
                  <a:srgbClr val="000000"/>
                </a:solidFill>
                <a:effectLst/>
                <a:latin typeface="Calibri" panose="020F0502020204030204" pitchFamily="34" charset="0"/>
              </a:rPr>
              <a:t> by a </a:t>
            </a:r>
            <a:r>
              <a:rPr lang="fr-FR" sz="2800" b="0" i="0" u="none" strike="noStrike" dirty="0" err="1">
                <a:solidFill>
                  <a:srgbClr val="000000"/>
                </a:solidFill>
                <a:effectLst/>
                <a:latin typeface="Calibri" panose="020F0502020204030204" pitchFamily="34" charset="0"/>
              </a:rPr>
              <a:t>crop</a:t>
            </a:r>
            <a:r>
              <a:rPr lang="fr-FR" sz="2800" b="0" i="0" u="none" strike="noStrike" dirty="0">
                <a:solidFill>
                  <a:srgbClr val="000000"/>
                </a:solidFill>
                <a:effectLst/>
                <a:latin typeface="Calibri" panose="020F0502020204030204" pitchFamily="34" charset="0"/>
              </a:rPr>
              <a:t> trial.  </a:t>
            </a:r>
            <a:r>
              <a:rPr lang="fr-FR" sz="2800" b="0" i="0" dirty="0">
                <a:solidFill>
                  <a:srgbClr val="444444"/>
                </a:solidFill>
                <a:effectLst/>
                <a:latin typeface="Calibri" panose="020F0502020204030204" pitchFamily="34" charset="0"/>
              </a:rPr>
              <a:t>​</a:t>
            </a:r>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11</a:t>
            </a:fld>
            <a:endParaRPr lang="fr-FR"/>
          </a:p>
        </p:txBody>
      </p:sp>
    </p:spTree>
    <p:extLst>
      <p:ext uri="{BB962C8B-B14F-4D97-AF65-F5344CB8AC3E}">
        <p14:creationId xmlns:p14="http://schemas.microsoft.com/office/powerpoint/2010/main" val="1826217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rtl="0" fontAlgn="base"/>
            <a:r>
              <a:rPr lang="fr-FR" sz="2800" b="0" i="0" u="none" strike="noStrike" dirty="0" err="1">
                <a:solidFill>
                  <a:srgbClr val="000000"/>
                </a:solidFill>
                <a:effectLst/>
                <a:latin typeface="Calibri" panose="020F0502020204030204" pitchFamily="34" charset="0"/>
              </a:rPr>
              <a:t>Experiment</a:t>
            </a:r>
            <a:r>
              <a:rPr lang="en-US" sz="2800" b="0" i="0" dirty="0">
                <a:solidFill>
                  <a:srgbClr val="444444"/>
                </a:solidFill>
                <a:effectLst/>
                <a:latin typeface="Calibri" panose="020F0502020204030204" pitchFamily="34" charset="0"/>
              </a:rPr>
              <a:t>​</a:t>
            </a:r>
          </a:p>
          <a:p>
            <a:pPr algn="l" rtl="0" fontAlgn="base"/>
            <a:r>
              <a:rPr lang="fr-FR" sz="2800" b="0" i="0" u="none" strike="noStrike" dirty="0">
                <a:solidFill>
                  <a:srgbClr val="000000"/>
                </a:solidFill>
                <a:effectLst/>
                <a:latin typeface="Calibri" panose="020F0502020204030204" pitchFamily="34" charset="0"/>
              </a:rPr>
              <a:t>In </a:t>
            </a:r>
            <a:r>
              <a:rPr lang="fr-FR" sz="2800" b="0" i="0" u="none" strike="noStrike" dirty="0" err="1">
                <a:solidFill>
                  <a:srgbClr val="000000"/>
                </a:solidFill>
                <a:effectLst/>
                <a:latin typeface="Calibri" panose="020F0502020204030204" pitchFamily="34" charset="0"/>
              </a:rPr>
              <a:t>order</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acquire</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corresponding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dataset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conduct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winter</a:t>
            </a:r>
            <a:r>
              <a:rPr lang="fr-FR" sz="2800" b="0" i="0" u="none" strike="noStrike" dirty="0">
                <a:solidFill>
                  <a:srgbClr val="000000"/>
                </a:solidFill>
                <a:effectLst/>
                <a:latin typeface="Calibri" panose="020F0502020204030204" pitchFamily="34" charset="0"/>
              </a:rPr>
              <a:t> an </a:t>
            </a:r>
            <a:r>
              <a:rPr lang="fr-FR" sz="2800" b="0" i="0" u="none" strike="noStrike" dirty="0" err="1">
                <a:solidFill>
                  <a:srgbClr val="000000"/>
                </a:solidFill>
                <a:effectLst/>
                <a:latin typeface="Calibri" panose="020F0502020204030204" pitchFamily="34" charset="0"/>
              </a:rPr>
              <a:t>experiment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featuring</a:t>
            </a:r>
            <a:r>
              <a:rPr lang="fr-FR" sz="2800" b="0" i="0" u="none" strike="noStrike" dirty="0">
                <a:solidFill>
                  <a:srgbClr val="000000"/>
                </a:solidFill>
                <a:effectLst/>
                <a:latin typeface="Calibri" panose="020F0502020204030204" pitchFamily="34" charset="0"/>
              </a:rPr>
              <a:t> 4 types of </a:t>
            </a:r>
            <a:r>
              <a:rPr lang="fr-FR" sz="2800" b="0" i="0" u="none" strike="noStrike" dirty="0" err="1">
                <a:solidFill>
                  <a:srgbClr val="000000"/>
                </a:solidFill>
                <a:effectLst/>
                <a:latin typeface="Calibri" panose="020F0502020204030204" pitchFamily="34" charset="0"/>
              </a:rPr>
              <a:t>manure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order</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account</a:t>
            </a:r>
            <a:r>
              <a:rPr lang="fr-FR" sz="2800" b="0" i="0" u="none" strike="noStrike" dirty="0">
                <a:solidFill>
                  <a:srgbClr val="000000"/>
                </a:solidFill>
                <a:effectLst/>
                <a:latin typeface="Calibri" panose="020F0502020204030204" pitchFamily="34" charset="0"/>
              </a:rPr>
              <a:t> for the duration of </a:t>
            </a:r>
            <a:r>
              <a:rPr lang="fr-FR" sz="2800" b="0" i="0" u="none" strike="noStrike" dirty="0" err="1">
                <a:solidFill>
                  <a:srgbClr val="000000"/>
                </a:solidFill>
                <a:effectLst/>
                <a:latin typeface="Calibri" panose="020F0502020204030204" pitchFamily="34" charset="0"/>
              </a:rPr>
              <a:t>storage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each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manure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sampled</a:t>
            </a:r>
            <a:r>
              <a:rPr lang="fr-FR" sz="2800" b="0" i="0" u="none" strike="noStrike" dirty="0">
                <a:solidFill>
                  <a:srgbClr val="000000"/>
                </a:solidFill>
                <a:effectLst/>
                <a:latin typeface="Calibri" panose="020F0502020204030204" pitchFamily="34" charset="0"/>
              </a:rPr>
              <a:t> at </a:t>
            </a:r>
            <a:r>
              <a:rPr lang="fr-FR" sz="2800" b="0" i="0" u="none" strike="noStrike" dirty="0" err="1">
                <a:solidFill>
                  <a:srgbClr val="000000"/>
                </a:solidFill>
                <a:effectLst/>
                <a:latin typeface="Calibri" panose="020F0502020204030204" pitchFamily="34" charset="0"/>
              </a:rPr>
              <a:t>three</a:t>
            </a:r>
            <a:r>
              <a:rPr lang="fr-FR" sz="2800" b="0" i="0" u="none" strike="noStrike" dirty="0">
                <a:solidFill>
                  <a:srgbClr val="000000"/>
                </a:solidFill>
                <a:effectLst/>
                <a:latin typeface="Calibri" panose="020F0502020204030204" pitchFamily="34" charset="0"/>
              </a:rPr>
              <a:t> dates and at the end to </a:t>
            </a:r>
            <a:r>
              <a:rPr lang="fr-FR" sz="2800" b="0" i="0" u="none" strike="noStrike" dirty="0" err="1">
                <a:solidFill>
                  <a:srgbClr val="000000"/>
                </a:solidFill>
                <a:effectLst/>
                <a:latin typeface="Calibri" panose="020F0502020204030204" pitchFamily="34" charset="0"/>
              </a:rPr>
              <a:t>perform</a:t>
            </a:r>
            <a:r>
              <a:rPr lang="fr-FR" sz="2800" b="0" i="0" u="none" strike="noStrike" dirty="0">
                <a:solidFill>
                  <a:srgbClr val="000000"/>
                </a:solidFill>
                <a:effectLst/>
                <a:latin typeface="Calibri" panose="020F0502020204030204" pitchFamily="34" charset="0"/>
              </a:rPr>
              <a:t> an incubation </a:t>
            </a:r>
            <a:r>
              <a:rPr lang="fr-FR" sz="2800" b="0" i="0" u="none" strike="noStrike" dirty="0" err="1">
                <a:solidFill>
                  <a:srgbClr val="000000"/>
                </a:solidFill>
                <a:effectLst/>
                <a:latin typeface="Calibri" panose="020F0502020204030204" pitchFamily="34" charset="0"/>
              </a:rPr>
              <a:t>with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soil</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laboratory</a:t>
            </a:r>
            <a:r>
              <a:rPr lang="fr-FR" sz="2800" b="0" i="0" u="none" strike="noStrike" dirty="0">
                <a:solidFill>
                  <a:srgbClr val="000000"/>
                </a:solidFill>
                <a:effectLst/>
                <a:latin typeface="Calibri" panose="020F0502020204030204" pitchFamily="34" charset="0"/>
              </a:rPr>
              <a:t> condition. </a:t>
            </a:r>
            <a:r>
              <a:rPr lang="en-US" sz="2800" b="0" i="0" dirty="0">
                <a:solidFill>
                  <a:srgbClr val="444444"/>
                </a:solidFill>
                <a:effectLst/>
                <a:latin typeface="Calibri" panose="020F0502020204030204" pitchFamily="34" charset="0"/>
              </a:rPr>
              <a:t>​</a:t>
            </a:r>
          </a:p>
          <a:p>
            <a:pPr algn="l" rtl="0" fontAlgn="base"/>
            <a:r>
              <a:rPr lang="fr-FR" sz="2800" b="0" i="0" u="none" strike="noStrike" dirty="0" err="1">
                <a:solidFill>
                  <a:srgbClr val="000000"/>
                </a:solidFill>
                <a:effectLst/>
                <a:latin typeface="Calibri" panose="020F0502020204030204" pitchFamily="34" charset="0"/>
              </a:rPr>
              <a:t>These</a:t>
            </a:r>
            <a:r>
              <a:rPr lang="fr-FR" sz="2800" b="0" i="0" u="none" strike="noStrike" dirty="0">
                <a:solidFill>
                  <a:srgbClr val="000000"/>
                </a:solidFill>
                <a:effectLst/>
                <a:latin typeface="Calibri" panose="020F0502020204030204" pitchFamily="34" charset="0"/>
              </a:rPr>
              <a:t> incubations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use to </a:t>
            </a:r>
            <a:r>
              <a:rPr lang="fr-FR" sz="2800" b="0" i="0" u="none" strike="noStrike" dirty="0" err="1">
                <a:solidFill>
                  <a:srgbClr val="000000"/>
                </a:solidFill>
                <a:effectLst/>
                <a:latin typeface="Calibri" panose="020F0502020204030204" pitchFamily="34" charset="0"/>
              </a:rPr>
              <a:t>calibrate</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of the </a:t>
            </a:r>
            <a:r>
              <a:rPr lang="fr-FR" sz="2800" b="0" i="0" u="none" strike="noStrike" dirty="0" err="1">
                <a:solidFill>
                  <a:srgbClr val="000000"/>
                </a:solidFill>
                <a:effectLst/>
                <a:latin typeface="Calibri" panose="020F0502020204030204" pitchFamily="34" charset="0"/>
              </a:rPr>
              <a:t>decompostion</a:t>
            </a:r>
            <a:r>
              <a:rPr lang="fr-FR" sz="2800" b="0" i="0" u="none" strike="noStrike" dirty="0">
                <a:solidFill>
                  <a:srgbClr val="000000"/>
                </a:solidFill>
                <a:effectLst/>
                <a:latin typeface="Calibri" panose="020F0502020204030204" pitchFamily="34" charset="0"/>
              </a:rPr>
              <a:t> model.</a:t>
            </a:r>
            <a:r>
              <a:rPr lang="en-US" sz="2800" b="0" i="0" dirty="0">
                <a:solidFill>
                  <a:srgbClr val="444444"/>
                </a:solidFill>
                <a:effectLst/>
                <a:latin typeface="Calibri" panose="020F0502020204030204" pitchFamily="34" charset="0"/>
              </a:rPr>
              <a:t>​</a:t>
            </a:r>
          </a:p>
          <a:p>
            <a:pPr algn="l" rtl="0" fontAlgn="base"/>
            <a:r>
              <a:rPr lang="fr-FR" sz="2800" b="0" i="0" u="none" strike="noStrike" dirty="0">
                <a:solidFill>
                  <a:srgbClr val="000000"/>
                </a:solidFill>
                <a:effectLst/>
                <a:latin typeface="Calibri" panose="020F0502020204030204" pitchFamily="34" charset="0"/>
              </a:rPr>
              <a:t>In </a:t>
            </a:r>
            <a:r>
              <a:rPr lang="fr-FR" sz="2800" b="0" i="0" u="none" strike="noStrike" dirty="0" err="1">
                <a:solidFill>
                  <a:srgbClr val="000000"/>
                </a:solidFill>
                <a:effectLst/>
                <a:latin typeface="Calibri" panose="020F0502020204030204" pitchFamily="34" charset="0"/>
              </a:rPr>
              <a:t>parallel</a:t>
            </a:r>
            <a:r>
              <a:rPr lang="fr-FR" sz="2800" b="0" i="0" u="none" strike="noStrike" dirty="0">
                <a:solidFill>
                  <a:srgbClr val="000000"/>
                </a:solidFill>
                <a:effectLst/>
                <a:latin typeface="Calibri" panose="020F0502020204030204" pitchFamily="34" charset="0"/>
              </a:rPr>
              <a:t>, MEGASMOC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ran</a:t>
            </a:r>
            <a:r>
              <a:rPr lang="fr-FR" sz="2800" b="0" i="0" u="none" strike="noStrike" dirty="0">
                <a:solidFill>
                  <a:srgbClr val="000000"/>
                </a:solidFill>
                <a:effectLst/>
                <a:latin typeface="Calibri" panose="020F0502020204030204" pitchFamily="34" charset="0"/>
              </a:rPr>
              <a:t> on the 4 situations to </a:t>
            </a:r>
            <a:r>
              <a:rPr lang="fr-FR" sz="2800" b="0" i="0" u="none" strike="noStrike" dirty="0" err="1">
                <a:solidFill>
                  <a:srgbClr val="000000"/>
                </a:solidFill>
                <a:effectLst/>
                <a:latin typeface="Calibri" panose="020F0502020204030204" pitchFamily="34" charset="0"/>
              </a:rPr>
              <a:t>determined</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biodegrability</a:t>
            </a:r>
            <a:r>
              <a:rPr lang="fr-FR" sz="2800" b="0" i="0" u="none" strike="noStrike" dirty="0">
                <a:solidFill>
                  <a:srgbClr val="000000"/>
                </a:solidFill>
                <a:effectLst/>
                <a:latin typeface="Calibri" panose="020F0502020204030204" pitchFamily="34" charset="0"/>
              </a:rPr>
              <a:t> at </a:t>
            </a:r>
            <a:r>
              <a:rPr lang="fr-FR" sz="2800" b="0" i="0" u="none" strike="noStrike" dirty="0" err="1">
                <a:solidFill>
                  <a:srgbClr val="000000"/>
                </a:solidFill>
                <a:effectLst/>
                <a:latin typeface="Calibri" panose="020F0502020204030204" pitchFamily="34" charset="0"/>
              </a:rPr>
              <a:t>each</a:t>
            </a:r>
            <a:r>
              <a:rPr lang="fr-FR" sz="2800" b="0" i="0" u="none" strike="noStrike" dirty="0">
                <a:solidFill>
                  <a:srgbClr val="000000"/>
                </a:solidFill>
                <a:effectLst/>
                <a:latin typeface="Calibri" panose="020F0502020204030204" pitchFamily="34" charset="0"/>
              </a:rPr>
              <a:t> date and compare the </a:t>
            </a:r>
            <a:r>
              <a:rPr lang="fr-FR" sz="2800" b="0" i="0" u="none" strike="noStrike" dirty="0" err="1">
                <a:solidFill>
                  <a:srgbClr val="000000"/>
                </a:solidFill>
                <a:effectLst/>
                <a:latin typeface="Calibri" panose="020F0502020204030204" pitchFamily="34" charset="0"/>
              </a:rPr>
              <a:t>predicted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emissions</a:t>
            </a:r>
            <a:r>
              <a:rPr lang="fr-FR" sz="2800" b="0" i="0" u="none" strike="noStrike" dirty="0">
                <a:solidFill>
                  <a:srgbClr val="000000"/>
                </a:solidFill>
                <a:effectLst/>
                <a:latin typeface="Calibri" panose="020F0502020204030204" pitchFamily="34" charset="0"/>
              </a:rPr>
              <a:t> to the </a:t>
            </a:r>
            <a:r>
              <a:rPr lang="fr-FR" sz="2800" b="0" i="0" u="none" strike="noStrike" dirty="0" err="1">
                <a:solidFill>
                  <a:srgbClr val="000000"/>
                </a:solidFill>
                <a:effectLst/>
                <a:latin typeface="Calibri" panose="020F0502020204030204" pitchFamily="34" charset="0"/>
              </a:rPr>
              <a:t>observed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ones</a:t>
            </a:r>
            <a:r>
              <a:rPr lang="fr-FR" sz="2800" b="0" i="0" u="none" strike="noStrike" dirty="0">
                <a:solidFill>
                  <a:srgbClr val="000000"/>
                </a:solidFill>
                <a:effectLst/>
                <a:latin typeface="Calibri" panose="020F0502020204030204" pitchFamily="34" charset="0"/>
              </a:rPr>
              <a:t>.</a:t>
            </a:r>
            <a:r>
              <a:rPr lang="en-US" sz="2800" b="0" i="0" dirty="0">
                <a:solidFill>
                  <a:srgbClr val="444444"/>
                </a:solidFill>
                <a:effectLst/>
                <a:latin typeface="Calibri" panose="020F0502020204030204" pitchFamily="34" charset="0"/>
              </a:rPr>
              <a:t>​</a:t>
            </a:r>
          </a:p>
          <a:p>
            <a:pPr algn="l" rtl="0" fontAlgn="base"/>
            <a:r>
              <a:rPr lang="fr-FR" sz="2800" b="0" i="0" u="none" strike="noStrike" dirty="0">
                <a:solidFill>
                  <a:srgbClr val="000000"/>
                </a:solidFill>
                <a:effectLst/>
                <a:latin typeface="Calibri" panose="020F0502020204030204" pitchFamily="34" charset="0"/>
              </a:rPr>
              <a:t>The </a:t>
            </a:r>
            <a:r>
              <a:rPr lang="fr-FR" sz="2800" b="0" i="0" u="none" strike="noStrike" dirty="0" err="1">
                <a:solidFill>
                  <a:srgbClr val="000000"/>
                </a:solidFill>
                <a:effectLst/>
                <a:latin typeface="Calibri" panose="020F0502020204030204" pitchFamily="34" charset="0"/>
              </a:rPr>
              <a:t>biodegradability</a:t>
            </a:r>
            <a:r>
              <a:rPr lang="fr-FR" sz="2800" b="0" i="0" u="none" strike="noStrike" dirty="0">
                <a:solidFill>
                  <a:srgbClr val="000000"/>
                </a:solidFill>
                <a:effectLst/>
                <a:latin typeface="Calibri" panose="020F0502020204030204" pitchFamily="34" charset="0"/>
              </a:rPr>
              <a:t> values </a:t>
            </a:r>
            <a:r>
              <a:rPr lang="fr-FR" sz="2800" b="0" i="0" u="none" strike="noStrike" dirty="0" err="1">
                <a:solidFill>
                  <a:srgbClr val="000000"/>
                </a:solidFill>
                <a:effectLst/>
                <a:latin typeface="Calibri" panose="020F0502020204030204" pitchFamily="34" charset="0"/>
              </a:rPr>
              <a:t>given</a:t>
            </a:r>
            <a:r>
              <a:rPr lang="fr-FR" sz="2800" b="0" i="0" u="none" strike="noStrike" dirty="0">
                <a:solidFill>
                  <a:srgbClr val="000000"/>
                </a:solidFill>
                <a:effectLst/>
                <a:latin typeface="Calibri" panose="020F0502020204030204" pitchFamily="34" charset="0"/>
              </a:rPr>
              <a:t> by the </a:t>
            </a:r>
            <a:r>
              <a:rPr lang="fr-FR" sz="2800" b="0" i="0" u="none" strike="noStrike" dirty="0" err="1">
                <a:solidFill>
                  <a:srgbClr val="000000"/>
                </a:solidFill>
                <a:effectLst/>
                <a:latin typeface="Calibri" panose="020F0502020204030204" pitchFamily="34" charset="0"/>
              </a:rPr>
              <a:t>composting</a:t>
            </a:r>
            <a:r>
              <a:rPr lang="fr-FR" sz="2800" b="0" i="0" u="none" strike="noStrike" dirty="0">
                <a:solidFill>
                  <a:srgbClr val="000000"/>
                </a:solidFill>
                <a:effectLst/>
                <a:latin typeface="Calibri" panose="020F0502020204030204" pitchFamily="34" charset="0"/>
              </a:rPr>
              <a:t> model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used</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predict</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parameters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needed</a:t>
            </a:r>
            <a:r>
              <a:rPr lang="fr-FR" sz="2800" b="0" i="0" u="none" strike="noStrike" dirty="0">
                <a:solidFill>
                  <a:srgbClr val="000000"/>
                </a:solidFill>
                <a:effectLst/>
                <a:latin typeface="Calibri" panose="020F0502020204030204" pitchFamily="34" charset="0"/>
              </a:rPr>
              <a:t> by the </a:t>
            </a:r>
            <a:r>
              <a:rPr lang="fr-FR" sz="2800" b="0" i="0" u="none" strike="noStrike" dirty="0" err="1">
                <a:solidFill>
                  <a:srgbClr val="000000"/>
                </a:solidFill>
                <a:effectLst/>
                <a:latin typeface="Calibri" panose="020F0502020204030204" pitchFamily="34" charset="0"/>
              </a:rPr>
              <a:t>soil-crop</a:t>
            </a:r>
            <a:r>
              <a:rPr lang="fr-FR" sz="2800" b="0" i="0" u="none" strike="noStrike" dirty="0">
                <a:solidFill>
                  <a:srgbClr val="000000"/>
                </a:solidFill>
                <a:effectLst/>
                <a:latin typeface="Calibri" panose="020F0502020204030204" pitchFamily="34" charset="0"/>
              </a:rPr>
              <a:t> model.</a:t>
            </a:r>
            <a:r>
              <a:rPr lang="en-US" sz="2800" b="0" i="0" dirty="0">
                <a:solidFill>
                  <a:srgbClr val="444444"/>
                </a:solidFill>
                <a:effectLst/>
                <a:latin typeface="Calibri" panose="020F0502020204030204" pitchFamily="34" charset="0"/>
              </a:rPr>
              <a:t>​</a:t>
            </a:r>
          </a:p>
          <a:p>
            <a:endParaRPr lang="fr-FR" dirty="0"/>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12</a:t>
            </a:fld>
            <a:endParaRPr lang="fr-FR"/>
          </a:p>
        </p:txBody>
      </p:sp>
    </p:spTree>
    <p:extLst>
      <p:ext uri="{BB962C8B-B14F-4D97-AF65-F5344CB8AC3E}">
        <p14:creationId xmlns:p14="http://schemas.microsoft.com/office/powerpoint/2010/main" val="1410067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fr-FR" sz="2800" b="0" i="0" u="none" strike="noStrike" dirty="0" err="1">
                <a:solidFill>
                  <a:srgbClr val="000000"/>
                </a:solidFill>
                <a:effectLst/>
                <a:latin typeface="Calibri" panose="020F0502020204030204" pitchFamily="34" charset="0"/>
              </a:rPr>
              <a:t>What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aim</a:t>
            </a:r>
            <a:r>
              <a:rPr lang="fr-FR" sz="2800" b="0" i="0" u="none" strike="noStrike" dirty="0">
                <a:solidFill>
                  <a:srgbClr val="000000"/>
                </a:solidFill>
                <a:effectLst/>
                <a:latin typeface="Calibri" panose="020F0502020204030204" pitchFamily="34" charset="0"/>
              </a:rPr>
              <a:t> to do </a:t>
            </a:r>
            <a:r>
              <a:rPr lang="fr-FR" sz="2800" b="0" i="0" u="none" strike="noStrike" dirty="0" err="1">
                <a:solidFill>
                  <a:srgbClr val="000000"/>
                </a:solidFill>
                <a:effectLst/>
                <a:latin typeface="Calibri" panose="020F0502020204030204" pitchFamily="34" charset="0"/>
              </a:rPr>
              <a:t>with</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this</a:t>
            </a:r>
            <a:r>
              <a:rPr lang="fr-FR" sz="2800" b="0" i="0" u="none" strike="noStrike" dirty="0">
                <a:solidFill>
                  <a:srgbClr val="000000"/>
                </a:solidFill>
                <a:effectLst/>
                <a:latin typeface="Calibri" panose="020F0502020204030204" pitchFamily="34" charset="0"/>
              </a:rPr>
              <a:t> PhD </a:t>
            </a:r>
            <a:r>
              <a:rPr lang="fr-FR" sz="2800" b="0" i="0" u="none" strike="noStrike" dirty="0" err="1">
                <a:solidFill>
                  <a:srgbClr val="000000"/>
                </a:solidFill>
                <a:effectLst/>
                <a:latin typeface="Calibri" panose="020F0502020204030204" pitchFamily="34" charset="0"/>
              </a:rPr>
              <a:t>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reliably</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predict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composting</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emissions</a:t>
            </a:r>
            <a:r>
              <a:rPr lang="fr-FR" sz="2800" b="0" i="0" u="none" strike="noStrike" dirty="0">
                <a:solidFill>
                  <a:srgbClr val="000000"/>
                </a:solidFill>
                <a:effectLst/>
                <a:latin typeface="Calibri" panose="020F0502020204030204" pitchFamily="34" charset="0"/>
              </a:rPr>
              <a:t>, and the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able to </a:t>
            </a:r>
            <a:r>
              <a:rPr lang="fr-FR" sz="2800" b="0" i="0" u="none" strike="noStrike" dirty="0" err="1">
                <a:solidFill>
                  <a:srgbClr val="000000"/>
                </a:solidFill>
                <a:effectLst/>
                <a:latin typeface="Calibri" panose="020F0502020204030204" pitchFamily="34" charset="0"/>
              </a:rPr>
              <a:t>represent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degradation</a:t>
            </a:r>
            <a:r>
              <a:rPr lang="fr-FR" sz="2800" b="0" i="0" u="none" strike="noStrike" dirty="0">
                <a:solidFill>
                  <a:srgbClr val="000000"/>
                </a:solidFill>
                <a:effectLst/>
                <a:latin typeface="Calibri" panose="020F0502020204030204" pitchFamily="34" charset="0"/>
              </a:rPr>
              <a:t> of the compost in </a:t>
            </a:r>
            <a:r>
              <a:rPr lang="fr-FR" sz="2800" b="0" i="0" u="none" strike="noStrike" dirty="0" err="1">
                <a:solidFill>
                  <a:srgbClr val="000000"/>
                </a:solidFill>
                <a:effectLst/>
                <a:latin typeface="Calibri" panose="020F0502020204030204" pitchFamily="34" charset="0"/>
              </a:rPr>
              <a:t>soil</a:t>
            </a:r>
            <a:r>
              <a:rPr lang="fr-FR" sz="2800" b="0" i="0" u="none" strike="noStrike" dirty="0">
                <a:solidFill>
                  <a:srgbClr val="000000"/>
                </a:solidFill>
                <a:effectLst/>
                <a:latin typeface="Calibri" panose="020F0502020204030204" pitchFamily="34" charset="0"/>
              </a:rPr>
              <a:t>. The model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used</a:t>
            </a:r>
            <a:r>
              <a:rPr lang="fr-FR" sz="2800" b="0" i="0" u="none" strike="noStrike" dirty="0">
                <a:solidFill>
                  <a:srgbClr val="000000"/>
                </a:solidFill>
                <a:effectLst/>
                <a:latin typeface="Calibri" panose="020F0502020204030204" pitchFamily="34" charset="0"/>
              </a:rPr>
              <a:t> for </a:t>
            </a:r>
            <a:r>
              <a:rPr lang="fr-FR" sz="2800" b="0" i="0" u="none" strike="noStrike" dirty="0" err="1">
                <a:solidFill>
                  <a:srgbClr val="000000"/>
                </a:solidFill>
                <a:effectLst/>
                <a:latin typeface="Calibri" panose="020F0502020204030204" pitchFamily="34" charset="0"/>
              </a:rPr>
              <a:t>soil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natively</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compatiple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with</a:t>
            </a:r>
            <a:r>
              <a:rPr lang="fr-FR" sz="2800" b="0" i="0" u="none" strike="noStrike" dirty="0">
                <a:solidFill>
                  <a:srgbClr val="000000"/>
                </a:solidFill>
                <a:effectLst/>
                <a:latin typeface="Calibri" panose="020F0502020204030204" pitchFamily="34" charset="0"/>
              </a:rPr>
              <a:t> the </a:t>
            </a:r>
            <a:r>
              <a:rPr lang="fr-FR" sz="2800" b="0" i="0" u="none" strike="noStrike" dirty="0" err="1">
                <a:solidFill>
                  <a:srgbClr val="000000"/>
                </a:solidFill>
                <a:effectLst/>
                <a:latin typeface="Calibri" panose="020F0502020204030204" pitchFamily="34" charset="0"/>
              </a:rPr>
              <a:t>larger</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soil-crop</a:t>
            </a:r>
            <a:r>
              <a:rPr lang="fr-FR" sz="2800" b="0" i="0" u="none" strike="noStrike" dirty="0">
                <a:solidFill>
                  <a:srgbClr val="000000"/>
                </a:solidFill>
                <a:effectLst/>
                <a:latin typeface="Calibri" panose="020F0502020204030204" pitchFamily="34" charset="0"/>
              </a:rPr>
              <a:t> model STICS. </a:t>
            </a:r>
            <a:r>
              <a:rPr lang="fr-FR" sz="2800" b="0" i="0" u="none" strike="noStrike" dirty="0" err="1">
                <a:solidFill>
                  <a:srgbClr val="000000"/>
                </a:solidFill>
                <a:effectLst/>
                <a:latin typeface="Calibri" panose="020F0502020204030204" pitchFamily="34" charset="0"/>
              </a:rPr>
              <a:t>Prediction</a:t>
            </a:r>
            <a:r>
              <a:rPr lang="fr-FR" sz="2800" b="0" i="0" u="none" strike="noStrike" dirty="0">
                <a:solidFill>
                  <a:srgbClr val="000000"/>
                </a:solidFill>
                <a:effectLst/>
                <a:latin typeface="Calibri" panose="020F0502020204030204" pitchFamily="34" charset="0"/>
              </a:rPr>
              <a:t> of </a:t>
            </a:r>
            <a:r>
              <a:rPr lang="fr-FR" sz="2800" b="0" i="0" u="none" strike="noStrike" dirty="0" err="1">
                <a:solidFill>
                  <a:srgbClr val="000000"/>
                </a:solidFill>
                <a:effectLst/>
                <a:latin typeface="Calibri" panose="020F0502020204030204" pitchFamily="34" charset="0"/>
              </a:rPr>
              <a:t>uncertainties</a:t>
            </a:r>
            <a:r>
              <a:rPr lang="fr-FR" sz="2800" b="0" i="0" u="none" strike="noStrike" dirty="0">
                <a:solidFill>
                  <a:srgbClr val="000000"/>
                </a:solidFill>
                <a:effectLst/>
                <a:latin typeface="Calibri" panose="020F0502020204030204" pitchFamily="34" charset="0"/>
              </a:rPr>
              <a:t> and low-cost </a:t>
            </a:r>
            <a:r>
              <a:rPr lang="fr-FR" sz="2800" b="0" i="0" u="none" strike="noStrike" dirty="0" err="1">
                <a:solidFill>
                  <a:srgbClr val="000000"/>
                </a:solidFill>
                <a:effectLst/>
                <a:latin typeface="Calibri" panose="020F0502020204030204" pitchFamily="34" charset="0"/>
              </a:rPr>
              <a:t>methods</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verify</a:t>
            </a:r>
            <a:r>
              <a:rPr lang="fr-FR" sz="2800" b="0" i="0" u="none" strike="noStrike" dirty="0">
                <a:solidFill>
                  <a:srgbClr val="000000"/>
                </a:solidFill>
                <a:effectLst/>
                <a:latin typeface="Calibri" panose="020F0502020204030204" pitchFamily="34" charset="0"/>
              </a:rPr>
              <a:t> model </a:t>
            </a:r>
            <a:r>
              <a:rPr lang="fr-FR" sz="2800" b="0" i="0" u="none" strike="noStrike" dirty="0" err="1">
                <a:solidFill>
                  <a:srgbClr val="000000"/>
                </a:solidFill>
                <a:effectLst/>
                <a:latin typeface="Calibri" panose="020F0502020204030204" pitchFamily="34" charset="0"/>
              </a:rPr>
              <a:t>predictions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also</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proposed</a:t>
            </a:r>
            <a:r>
              <a:rPr lang="fr-FR" sz="2800" b="0" i="0" u="none" strike="noStrike" dirty="0">
                <a:solidFill>
                  <a:srgbClr val="000000"/>
                </a:solidFill>
                <a:effectLst/>
                <a:latin typeface="Calibri" panose="020F0502020204030204" pitchFamily="34" charset="0"/>
              </a:rPr>
              <a:t>.</a:t>
            </a:r>
            <a:r>
              <a:rPr lang="en-US" sz="2800" b="0" i="0" dirty="0">
                <a:solidFill>
                  <a:srgbClr val="444444"/>
                </a:solidFill>
                <a:effectLst/>
                <a:latin typeface="Calibri" panose="020F0502020204030204" pitchFamily="34" charset="0"/>
              </a:rPr>
              <a:t>​</a:t>
            </a:r>
          </a:p>
          <a:p>
            <a:pPr algn="l" rtl="0" fontAlgn="base"/>
            <a:r>
              <a:rPr lang="fr-FR" sz="2800" b="0" i="0" u="none" strike="noStrike" dirty="0">
                <a:solidFill>
                  <a:srgbClr val="000000"/>
                </a:solidFill>
                <a:effectLst/>
                <a:latin typeface="Calibri" panose="020F0502020204030204" pitchFamily="34" charset="0"/>
              </a:rPr>
              <a:t>As MEGASMOC and STICS </a:t>
            </a:r>
            <a:r>
              <a:rPr lang="fr-FR" sz="2800" b="0" i="0" u="none" strike="noStrike" dirty="0" err="1">
                <a:solidFill>
                  <a:srgbClr val="000000"/>
                </a:solidFill>
                <a:effectLst/>
                <a:latin typeface="Calibri" panose="020F0502020204030204" pitchFamily="34" charset="0"/>
              </a:rPr>
              <a:t>both</a:t>
            </a:r>
            <a:r>
              <a:rPr lang="fr-FR" sz="2800" b="0" i="0" u="none" strike="noStrike" dirty="0">
                <a:solidFill>
                  <a:srgbClr val="000000"/>
                </a:solidFill>
                <a:effectLst/>
                <a:latin typeface="Calibri" panose="020F0502020204030204" pitchFamily="34" charset="0"/>
              </a:rPr>
              <a:t> use a </a:t>
            </a:r>
            <a:r>
              <a:rPr lang="fr-FR" sz="2800" b="0" i="0" u="none" strike="noStrike" dirty="0" err="1">
                <a:solidFill>
                  <a:srgbClr val="000000"/>
                </a:solidFill>
                <a:effectLst/>
                <a:latin typeface="Calibri" panose="020F0502020204030204" pitchFamily="34" charset="0"/>
              </a:rPr>
              <a:t>comprehensive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approach</a:t>
            </a:r>
            <a:r>
              <a:rPr lang="fr-FR" sz="2800" b="0" i="0" u="none" strike="noStrike" dirty="0">
                <a:solidFill>
                  <a:srgbClr val="000000"/>
                </a:solidFill>
                <a:effectLst/>
                <a:latin typeface="Calibri" panose="020F0502020204030204" pitchFamily="34" charset="0"/>
              </a:rPr>
              <a:t> to </a:t>
            </a:r>
            <a:r>
              <a:rPr lang="fr-FR" sz="2800" b="0" i="0" u="none" strike="noStrike" dirty="0" err="1">
                <a:solidFill>
                  <a:srgbClr val="000000"/>
                </a:solidFill>
                <a:effectLst/>
                <a:latin typeface="Calibri" panose="020F0502020204030204" pitchFamily="34" charset="0"/>
              </a:rPr>
              <a:t>predict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gaseous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emissions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will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able to </a:t>
            </a:r>
            <a:r>
              <a:rPr lang="fr-FR" sz="2800" b="0" i="0" u="none" strike="noStrike" dirty="0" err="1">
                <a:solidFill>
                  <a:srgbClr val="000000"/>
                </a:solidFill>
                <a:effectLst/>
                <a:latin typeface="Calibri" panose="020F0502020204030204" pitchFamily="34" charset="0"/>
              </a:rPr>
              <a:t>predict</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effects</a:t>
            </a:r>
            <a:r>
              <a:rPr lang="fr-FR" sz="2800" b="0" i="0" u="none" strike="noStrike" dirty="0">
                <a:solidFill>
                  <a:srgbClr val="000000"/>
                </a:solidFill>
                <a:effectLst/>
                <a:latin typeface="Calibri" panose="020F0502020204030204" pitchFamily="34" charset="0"/>
              </a:rPr>
              <a:t> on </a:t>
            </a:r>
            <a:r>
              <a:rPr lang="fr-FR" sz="2800" b="0" i="0" u="none" strike="noStrike" dirty="0" err="1">
                <a:solidFill>
                  <a:srgbClr val="000000"/>
                </a:solidFill>
                <a:effectLst/>
                <a:latin typeface="Calibri" panose="020F0502020204030204" pitchFamily="34" charset="0"/>
              </a:rPr>
              <a:t>soil</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fertitlity</a:t>
            </a:r>
            <a:r>
              <a:rPr lang="fr-FR" sz="2800" b="0" i="0" u="none" strike="noStrike" dirty="0">
                <a:solidFill>
                  <a:srgbClr val="000000"/>
                </a:solidFill>
                <a:effectLst/>
                <a:latin typeface="Calibri" panose="020F0502020204030204" pitchFamily="34" charset="0"/>
              </a:rPr>
              <a:t> and </a:t>
            </a:r>
            <a:r>
              <a:rPr lang="fr-FR" sz="2800" b="0" i="0" u="none" strike="noStrike" dirty="0" err="1">
                <a:solidFill>
                  <a:srgbClr val="000000"/>
                </a:solidFill>
                <a:effectLst/>
                <a:latin typeface="Calibri" panose="020F0502020204030204" pitchFamily="34" charset="0"/>
              </a:rPr>
              <a:t>carbon</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storage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Other</a:t>
            </a:r>
            <a:r>
              <a:rPr lang="fr-FR" sz="2800" b="0" i="0" u="none" strike="noStrike" dirty="0">
                <a:solidFill>
                  <a:srgbClr val="000000"/>
                </a:solidFill>
                <a:effectLst/>
                <a:latin typeface="Calibri" panose="020F0502020204030204" pitchFamily="34" charset="0"/>
              </a:rPr>
              <a:t> modules </a:t>
            </a:r>
            <a:r>
              <a:rPr lang="fr-FR" sz="2800" b="0" i="0" u="none" strike="noStrike" dirty="0" err="1">
                <a:solidFill>
                  <a:srgbClr val="000000"/>
                </a:solidFill>
                <a:effectLst/>
                <a:latin typeface="Calibri" panose="020F0502020204030204" pitchFamily="34" charset="0"/>
              </a:rPr>
              <a:t>could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be</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plugged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ontop</a:t>
            </a:r>
            <a:r>
              <a:rPr lang="fr-FR" sz="2800" b="0" i="0" u="none" strike="noStrike" dirty="0">
                <a:solidFill>
                  <a:srgbClr val="000000"/>
                </a:solidFill>
                <a:effectLst/>
                <a:latin typeface="Calibri" panose="020F0502020204030204" pitchFamily="34" charset="0"/>
              </a:rPr>
              <a:t>. </a:t>
            </a:r>
            <a:r>
              <a:rPr lang="en-US" sz="2800" b="0" i="0" dirty="0">
                <a:solidFill>
                  <a:srgbClr val="444444"/>
                </a:solidFill>
                <a:effectLst/>
                <a:latin typeface="Calibri" panose="020F0502020204030204" pitchFamily="34" charset="0"/>
              </a:rPr>
              <a:t>​This is the direct continuation of the PhD but a lot more work is needed to test, adapt and validate this part.</a:t>
            </a:r>
          </a:p>
          <a:p>
            <a:pPr algn="l" rtl="0" fontAlgn="base"/>
            <a:r>
              <a:rPr lang="fr-FR" sz="2800" b="0" i="0" u="none" strike="noStrike" dirty="0" err="1">
                <a:solidFill>
                  <a:srgbClr val="000000"/>
                </a:solidFill>
                <a:effectLst/>
                <a:latin typeface="Calibri" panose="020F0502020204030204" pitchFamily="34" charset="0"/>
              </a:rPr>
              <a:t>Ultimately</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this</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would</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also</a:t>
            </a:r>
            <a:r>
              <a:rPr lang="fr-FR" sz="2800" b="0" i="0" u="none" strike="noStrike" dirty="0">
                <a:solidFill>
                  <a:srgbClr val="000000"/>
                </a:solidFill>
                <a:effectLst/>
                <a:latin typeface="Calibri" panose="020F0502020204030204" pitchFamily="34" charset="0"/>
              </a:rPr>
              <a:t> </a:t>
            </a:r>
            <a:r>
              <a:rPr lang="fr-FR" sz="2800" b="0" i="0" u="none" strike="noStrike" dirty="0" err="1">
                <a:solidFill>
                  <a:srgbClr val="000000"/>
                </a:solidFill>
                <a:effectLst/>
                <a:latin typeface="Calibri" panose="020F0502020204030204" pitchFamily="34" charset="0"/>
              </a:rPr>
              <a:t>allow</a:t>
            </a:r>
            <a:r>
              <a:rPr lang="fr-FR" sz="2800" b="0" i="0" u="none" strike="noStrike" dirty="0">
                <a:solidFill>
                  <a:srgbClr val="000000"/>
                </a:solidFill>
                <a:effectLst/>
                <a:latin typeface="Calibri" panose="020F0502020204030204" pitchFamily="34" charset="0"/>
              </a:rPr>
              <a:t> inverse design : </a:t>
            </a:r>
            <a:r>
              <a:rPr lang="fr-FR" sz="2800" b="0" i="0" u="none" strike="noStrike" dirty="0" err="1">
                <a:solidFill>
                  <a:srgbClr val="000000"/>
                </a:solidFill>
                <a:effectLst/>
                <a:latin typeface="Calibri" panose="020F0502020204030204" pitchFamily="34" charset="0"/>
              </a:rPr>
              <a:t>choosing</a:t>
            </a:r>
            <a:r>
              <a:rPr lang="fr-FR" sz="2800" b="0" i="0" u="none" strike="noStrike" dirty="0">
                <a:solidFill>
                  <a:srgbClr val="000000"/>
                </a:solidFill>
                <a:effectLst/>
                <a:latin typeface="Calibri" panose="020F0502020204030204" pitchFamily="34" charset="0"/>
              </a:rPr>
              <a:t> compost practices and initial mix to </a:t>
            </a:r>
            <a:r>
              <a:rPr lang="fr-FR" sz="2800" b="0" i="0" u="none" strike="noStrike" dirty="0" err="1">
                <a:solidFill>
                  <a:srgbClr val="000000"/>
                </a:solidFill>
                <a:effectLst/>
                <a:latin typeface="Calibri" panose="020F0502020204030204" pitchFamily="34" charset="0"/>
              </a:rPr>
              <a:t>meet</a:t>
            </a:r>
            <a:r>
              <a:rPr lang="fr-FR" sz="2800" b="0" i="0" u="none" strike="noStrike" dirty="0">
                <a:solidFill>
                  <a:srgbClr val="000000"/>
                </a:solidFill>
                <a:effectLst/>
                <a:latin typeface="Calibri" panose="020F0502020204030204" pitchFamily="34" charset="0"/>
              </a:rPr>
              <a:t> the plant </a:t>
            </a:r>
            <a:r>
              <a:rPr lang="fr-FR" sz="2800" b="0" i="0" u="none" strike="noStrike" dirty="0" err="1">
                <a:solidFill>
                  <a:srgbClr val="000000"/>
                </a:solidFill>
                <a:effectLst/>
                <a:latin typeface="Calibri" panose="020F0502020204030204" pitchFamily="34" charset="0"/>
              </a:rPr>
              <a:t>needs</a:t>
            </a:r>
            <a:r>
              <a:rPr lang="fr-FR" sz="2800" b="0" i="0" u="none" strike="noStrike" dirty="0">
                <a:solidFill>
                  <a:srgbClr val="000000"/>
                </a:solidFill>
                <a:effectLst/>
                <a:latin typeface="Calibri" panose="020F0502020204030204" pitchFamily="34" charset="0"/>
              </a:rPr>
              <a:t> or maximise carbone </a:t>
            </a:r>
            <a:r>
              <a:rPr lang="fr-FR" sz="2800" b="0" i="0" u="none" strike="noStrike" dirty="0" err="1">
                <a:solidFill>
                  <a:srgbClr val="000000"/>
                </a:solidFill>
                <a:effectLst/>
                <a:latin typeface="Calibri" panose="020F0502020204030204" pitchFamily="34" charset="0"/>
              </a:rPr>
              <a:t>storage</a:t>
            </a:r>
            <a:r>
              <a:rPr lang="fr-FR" sz="2800" b="0" i="0" u="none" strike="noStrike" dirty="0">
                <a:solidFill>
                  <a:srgbClr val="000000"/>
                </a:solidFill>
                <a:effectLst/>
                <a:latin typeface="Calibri" panose="020F0502020204030204" pitchFamily="34" charset="0"/>
              </a:rPr>
              <a:t>.</a:t>
            </a:r>
            <a:r>
              <a:rPr lang="en-US" sz="2800" b="0" i="0" dirty="0">
                <a:solidFill>
                  <a:srgbClr val="444444"/>
                </a:solidFill>
                <a:effectLst/>
                <a:latin typeface="Calibri" panose="020F0502020204030204" pitchFamily="34" charset="0"/>
              </a:rPr>
              <a:t>​</a:t>
            </a:r>
          </a:p>
          <a:p>
            <a:endParaRPr lang="fr-FR" dirty="0"/>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13</a:t>
            </a:fld>
            <a:endParaRPr lang="fr-FR"/>
          </a:p>
        </p:txBody>
      </p:sp>
    </p:spTree>
    <p:extLst>
      <p:ext uri="{BB962C8B-B14F-4D97-AF65-F5344CB8AC3E}">
        <p14:creationId xmlns:p14="http://schemas.microsoft.com/office/powerpoint/2010/main" val="175490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B96867F-EF66-48FF-A9CA-4FBC656655F0}" type="slidenum">
              <a:rPr lang="fr-FR" smtClean="0"/>
              <a:t>15</a:t>
            </a:fld>
            <a:endParaRPr lang="fr-FR"/>
          </a:p>
        </p:txBody>
      </p:sp>
    </p:spTree>
    <p:extLst>
      <p:ext uri="{BB962C8B-B14F-4D97-AF65-F5344CB8AC3E}">
        <p14:creationId xmlns:p14="http://schemas.microsoft.com/office/powerpoint/2010/main" val="2452505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1BCAE-824D-4662-A74C-5B127CDC937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9A6B876-D708-4737-A409-3C8E39A00A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3E4FA1C-3410-406E-B2E8-181BC093D875}"/>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883EFF1C-D715-4C82-A395-A1D529B7A2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4FFBC0B-22A1-47F4-88B0-B51E1630E4AE}"/>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3011949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220A6F-9AAE-4CFA-9BB9-465CD573B7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6EDC377-56F1-45F4-ABA6-F2814C57688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18ECE81-59AA-4621-B018-652BDB44955E}"/>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30DDE3AC-A904-4B3F-94B7-F2CEF7F04E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C6A5FFC-97F2-41DE-8FB1-CBAE1A8221DF}"/>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2409331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C923B9-24A8-4FA5-96A8-456E0C3EA2E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22B940D-36A1-4383-BF81-D12815A863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2D09A5E-A1B1-4A8F-817A-FDA6C5275C81}"/>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923CFEE8-C5C1-422E-864C-F465C5EE893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C92D57F-2F82-4C4F-AD31-EDAB9D0E4A49}"/>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385500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9DF4E1-DB3E-4ADF-AB4F-A10F9C35F1B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0210FD3-C332-42CE-8FFC-EA5DCE8A57F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DFA302-13A5-4C6A-8E6C-164B4FF1501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0121324-E42E-40E5-B1BA-818D6E049475}"/>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6" name="Espace réservé du pied de page 5">
            <a:extLst>
              <a:ext uri="{FF2B5EF4-FFF2-40B4-BE49-F238E27FC236}">
                <a16:creationId xmlns:a16="http://schemas.microsoft.com/office/drawing/2014/main" id="{B8868FE0-3B42-43A5-BC94-FE54D72C7B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495920B-D7B5-4413-A61E-BBFE49ADD6F0}"/>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909600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D742B7-763A-4123-B7EB-89A4C130DC7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5015298-E0BA-4740-8121-D6CEF4CCC5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3B007A4-0B55-40EC-AA28-6599A7BA654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3D590F6-B434-474C-845D-4454D7FB94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D5FF8BF-F9BB-4D8D-8536-8B789B9152E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33F124-760E-4176-87B2-DF1A8E13E155}"/>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8" name="Espace réservé du pied de page 7">
            <a:extLst>
              <a:ext uri="{FF2B5EF4-FFF2-40B4-BE49-F238E27FC236}">
                <a16:creationId xmlns:a16="http://schemas.microsoft.com/office/drawing/2014/main" id="{879342B7-3648-406D-B098-F24206F62E4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896DB62-64E5-4E48-AD53-1D59B14D35E7}"/>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1968124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AC98E7-9398-42C1-9E7D-9302EA646B4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7CB7E53-52BD-4FFD-A8AF-559199B49EDF}"/>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4" name="Espace réservé du pied de page 3">
            <a:extLst>
              <a:ext uri="{FF2B5EF4-FFF2-40B4-BE49-F238E27FC236}">
                <a16:creationId xmlns:a16="http://schemas.microsoft.com/office/drawing/2014/main" id="{947B8327-C938-47DE-A391-FD9EDEDE01F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21CA01A-8569-4674-89C7-46E73B8C05F2}"/>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4233097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05CA433-02DB-44D4-812D-102442AB41AF}"/>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3" name="Espace réservé du pied de page 2">
            <a:extLst>
              <a:ext uri="{FF2B5EF4-FFF2-40B4-BE49-F238E27FC236}">
                <a16:creationId xmlns:a16="http://schemas.microsoft.com/office/drawing/2014/main" id="{37613942-8BC7-46D5-ACD9-8BADB434318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C4803EB-605D-456F-A27A-DE1868F7E869}"/>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3925928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ABF823-C3F5-4FDA-9CE3-BD5E0999EA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8DD065D-4481-4537-B7E2-4D2F3178F6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2E26846-0E3D-496F-8C3D-EAB387AD4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D434618-3153-4FC4-ABDC-9F4828CC75D5}"/>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6" name="Espace réservé du pied de page 5">
            <a:extLst>
              <a:ext uri="{FF2B5EF4-FFF2-40B4-BE49-F238E27FC236}">
                <a16:creationId xmlns:a16="http://schemas.microsoft.com/office/drawing/2014/main" id="{89126C72-3939-4175-BD45-2E32EFFB245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9DACE1-E732-4F89-BED5-8E6A6E86E679}"/>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180338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7E39CA-78A4-4F95-AF38-0458A590197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EB00E4A-54CA-4FD5-9F4F-AF44905F2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FFB36E8-08CF-4289-81B8-D661CE61C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4B49B6-3A4C-41E4-9869-D8DF5CF1E9A4}"/>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6" name="Espace réservé du pied de page 5">
            <a:extLst>
              <a:ext uri="{FF2B5EF4-FFF2-40B4-BE49-F238E27FC236}">
                <a16:creationId xmlns:a16="http://schemas.microsoft.com/office/drawing/2014/main" id="{B1534437-3A7B-4322-8835-FCED0EF8E71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4CD60B3-2BC5-48FF-AC98-DF31E3F017FE}"/>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2985512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50A394-0F97-4F4E-A406-595C96DA5F6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083362E-BCFC-4398-9EC3-B4745779612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C764117-6376-4960-A102-EAA1FBA60439}"/>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A7B0A679-1745-417D-98BF-00ED94240B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CFE2A2C-01EB-49D4-86F2-9249952F01FD}"/>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38902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1BAEE4D-F380-4D69-9DDA-FD0DFC17A0D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51ECAF1-7A43-4722-AB1E-F61DC3AC07F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F987CD-B79F-4645-91BE-37D7D9F15D7A}"/>
              </a:ext>
            </a:extLst>
          </p:cNvPr>
          <p:cNvSpPr>
            <a:spLocks noGrp="1"/>
          </p:cNvSpPr>
          <p:nvPr>
            <p:ph type="dt" sz="half" idx="10"/>
          </p:nvPr>
        </p:nvSpPr>
        <p:spPr/>
        <p:txBody>
          <a:bodyPr/>
          <a:lstStyle/>
          <a:p>
            <a:fld id="{FCD3AD25-E1E5-4E62-B7DC-75FA0591AA69}"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019CD54C-CB3B-49A6-9B7B-C87D8E349A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F58598-45CF-4824-A364-2FC0EEA6FA2C}"/>
              </a:ext>
            </a:extLst>
          </p:cNvPr>
          <p:cNvSpPr>
            <a:spLocks noGrp="1"/>
          </p:cNvSpPr>
          <p:nvPr>
            <p:ph type="sldNum" sz="quarter" idx="12"/>
          </p:nvPr>
        </p:nvSpPr>
        <p:spPr/>
        <p:txBody>
          <a:bodyPr/>
          <a:lstStyle/>
          <a:p>
            <a:fld id="{CF5C6127-365D-4E9C-840C-805DA5343DB1}" type="slidenum">
              <a:rPr lang="fr-FR" smtClean="0"/>
              <a:t>‹N°›</a:t>
            </a:fld>
            <a:endParaRPr lang="fr-FR"/>
          </a:p>
        </p:txBody>
      </p:sp>
    </p:spTree>
    <p:extLst>
      <p:ext uri="{BB962C8B-B14F-4D97-AF65-F5344CB8AC3E}">
        <p14:creationId xmlns:p14="http://schemas.microsoft.com/office/powerpoint/2010/main" val="3468393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39A5987-BB74-48A4-AF52-C68DE01184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A6460E7-78B8-47BB-83BD-7A1044D5D2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6302AB5-B20C-4410-8127-870038EF5C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D3AD25-E1E5-4E62-B7DC-75FA0591AA69}"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859E7972-A839-4C7E-A887-D148A3C261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4822CF8-5BCA-4525-9CC6-99BFE1C21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5C6127-365D-4E9C-840C-805DA5343DB1}" type="slidenum">
              <a:rPr lang="fr-FR" smtClean="0"/>
              <a:t>‹N°›</a:t>
            </a:fld>
            <a:endParaRPr lang="fr-FR"/>
          </a:p>
        </p:txBody>
      </p:sp>
    </p:spTree>
    <p:extLst>
      <p:ext uri="{BB962C8B-B14F-4D97-AF65-F5344CB8AC3E}">
        <p14:creationId xmlns:p14="http://schemas.microsoft.com/office/powerpoint/2010/main" val="1308227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16/j.anifeedsci.2011.04.036" TargetMode="External"/><Relationship Id="rId7" Type="http://schemas.openxmlformats.org/officeDocument/2006/relationships/hyperlink" Target="https://doi.org/10.1016/S0378-4754(00)00270-6"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doi.org/10.15454/YAKUH6" TargetMode="External"/><Relationship Id="rId5" Type="http://schemas.openxmlformats.org/officeDocument/2006/relationships/hyperlink" Target="https://doi.org/10.1016/j.wasman.2015.07.044" TargetMode="External"/><Relationship Id="rId4" Type="http://schemas.openxmlformats.org/officeDocument/2006/relationships/hyperlink" Target="https://doi.org/10.1111/sum.1274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3E644AA9-01FD-4782-9EBB-78239F67ECDB}"/>
              </a:ext>
            </a:extLst>
          </p:cNvPr>
          <p:cNvSpPr txBox="1"/>
          <p:nvPr/>
        </p:nvSpPr>
        <p:spPr>
          <a:xfrm>
            <a:off x="46491" y="3753864"/>
            <a:ext cx="12099018" cy="369332"/>
          </a:xfrm>
          <a:prstGeom prst="rect">
            <a:avLst/>
          </a:prstGeom>
          <a:noFill/>
        </p:spPr>
        <p:txBody>
          <a:bodyPr wrap="square" lIns="91440" tIns="45720" rIns="91440" bIns="45720" rtlCol="0" anchor="t">
            <a:spAutoFit/>
          </a:bodyPr>
          <a:lstStyle/>
          <a:p>
            <a:pPr algn="ctr"/>
            <a:r>
              <a:rPr lang="fr-FR" b="1">
                <a:solidFill>
                  <a:schemeClr val="tx1">
                    <a:lumMod val="75000"/>
                    <a:lumOff val="25000"/>
                  </a:schemeClr>
                </a:solidFill>
                <a:latin typeface="Bahnschrift SemiLight"/>
              </a:rPr>
              <a:t>Robin Pourcel</a:t>
            </a:r>
            <a:r>
              <a:rPr lang="fr-FR" b="1" baseline="30000">
                <a:solidFill>
                  <a:schemeClr val="tx1">
                    <a:lumMod val="75000"/>
                    <a:lumOff val="25000"/>
                  </a:schemeClr>
                </a:solidFill>
                <a:latin typeface="Bahnschrift SemiLight"/>
              </a:rPr>
              <a:t>*1</a:t>
            </a:r>
            <a:r>
              <a:rPr lang="fr-FR" b="1">
                <a:solidFill>
                  <a:schemeClr val="tx1">
                    <a:lumMod val="75000"/>
                    <a:lumOff val="25000"/>
                  </a:schemeClr>
                </a:solidFill>
                <a:latin typeface="Bahnschrift SemiLight"/>
              </a:rPr>
              <a:t>, Paul Robin</a:t>
            </a:r>
            <a:r>
              <a:rPr lang="fr-FR" b="1" baseline="30000">
                <a:solidFill>
                  <a:schemeClr val="tx1">
                    <a:lumMod val="75000"/>
                    <a:lumOff val="25000"/>
                  </a:schemeClr>
                </a:solidFill>
                <a:latin typeface="Bahnschrift SemiLight"/>
              </a:rPr>
              <a:t>2</a:t>
            </a:r>
            <a:r>
              <a:rPr lang="fr-FR" b="1">
                <a:solidFill>
                  <a:schemeClr val="tx1">
                    <a:lumMod val="75000"/>
                    <a:lumOff val="25000"/>
                  </a:schemeClr>
                </a:solidFill>
                <a:latin typeface="Bahnschrift SemiLight"/>
              </a:rPr>
              <a:t>, Laurent Thuriès</a:t>
            </a:r>
            <a:r>
              <a:rPr lang="fr-FR" b="1" baseline="30000">
                <a:solidFill>
                  <a:schemeClr val="tx1">
                    <a:lumMod val="75000"/>
                    <a:lumOff val="25000"/>
                  </a:schemeClr>
                </a:solidFill>
                <a:latin typeface="Bahnschrift SemiLight"/>
              </a:rPr>
              <a:t>1</a:t>
            </a:r>
            <a:r>
              <a:rPr lang="fr-FR" b="1">
                <a:solidFill>
                  <a:schemeClr val="tx1">
                    <a:lumMod val="75000"/>
                    <a:lumOff val="25000"/>
                  </a:schemeClr>
                </a:solidFill>
                <a:latin typeface="Bahnschrift SemiLight"/>
              </a:rPr>
              <a:t>, Michaël Mathot</a:t>
            </a:r>
            <a:r>
              <a:rPr lang="fr-FR" b="1" baseline="30000">
                <a:solidFill>
                  <a:schemeClr val="tx1">
                    <a:lumMod val="75000"/>
                    <a:lumOff val="25000"/>
                  </a:schemeClr>
                </a:solidFill>
                <a:latin typeface="Bahnschrift SemiLight"/>
              </a:rPr>
              <a:t>3</a:t>
            </a:r>
            <a:r>
              <a:rPr lang="fr-FR" b="1">
                <a:solidFill>
                  <a:schemeClr val="tx1">
                    <a:lumMod val="75000"/>
                    <a:lumOff val="25000"/>
                  </a:schemeClr>
                </a:solidFill>
                <a:latin typeface="Bahnschrift SemiLight"/>
              </a:rPr>
              <a:t>, Christiane Rakotomalala</a:t>
            </a:r>
            <a:r>
              <a:rPr lang="fr-FR" b="1" baseline="30000">
                <a:solidFill>
                  <a:schemeClr val="tx1">
                    <a:lumMod val="75000"/>
                    <a:lumOff val="25000"/>
                  </a:schemeClr>
                </a:solidFill>
                <a:latin typeface="Bahnschrift SemiLight"/>
              </a:rPr>
              <a:t>1</a:t>
            </a:r>
            <a:r>
              <a:rPr lang="fr-FR" b="1">
                <a:solidFill>
                  <a:schemeClr val="tx1">
                    <a:lumMod val="75000"/>
                    <a:lumOff val="25000"/>
                  </a:schemeClr>
                </a:solidFill>
                <a:latin typeface="Bahnschrift SemiLight"/>
              </a:rPr>
              <a:t>, Alexandre Mertens</a:t>
            </a:r>
            <a:r>
              <a:rPr lang="fr-FR" b="1" baseline="30000">
                <a:solidFill>
                  <a:schemeClr val="tx1">
                    <a:lumMod val="75000"/>
                    <a:lumOff val="25000"/>
                  </a:schemeClr>
                </a:solidFill>
                <a:latin typeface="Bahnschrift SemiLight"/>
              </a:rPr>
              <a:t>3</a:t>
            </a:r>
          </a:p>
        </p:txBody>
      </p:sp>
      <p:sp>
        <p:nvSpPr>
          <p:cNvPr id="27" name="ZoneTexte 26">
            <a:extLst>
              <a:ext uri="{FF2B5EF4-FFF2-40B4-BE49-F238E27FC236}">
                <a16:creationId xmlns:a16="http://schemas.microsoft.com/office/drawing/2014/main" id="{258302B1-E8D3-4ED8-A888-5CFED76196F2}"/>
              </a:ext>
            </a:extLst>
          </p:cNvPr>
          <p:cNvSpPr txBox="1"/>
          <p:nvPr/>
        </p:nvSpPr>
        <p:spPr>
          <a:xfrm>
            <a:off x="1306421" y="4093387"/>
            <a:ext cx="9834410" cy="1169551"/>
          </a:xfrm>
          <a:prstGeom prst="rect">
            <a:avLst/>
          </a:prstGeom>
          <a:noFill/>
        </p:spPr>
        <p:txBody>
          <a:bodyPr wrap="square" lIns="91440" tIns="45720" rIns="91440" bIns="45720" rtlCol="0" anchor="t">
            <a:spAutoFit/>
          </a:bodyPr>
          <a:lstStyle/>
          <a:p>
            <a:r>
              <a:rPr lang="fr-FR" sz="1400">
                <a:solidFill>
                  <a:schemeClr val="tx1">
                    <a:lumMod val="75000"/>
                    <a:lumOff val="25000"/>
                  </a:schemeClr>
                </a:solidFill>
                <a:latin typeface="Bahnschrift Light"/>
              </a:rPr>
              <a:t>1 French Agricultural </a:t>
            </a:r>
            <a:r>
              <a:rPr lang="fr-FR" sz="1400" err="1">
                <a:solidFill>
                  <a:schemeClr val="tx1">
                    <a:lumMod val="75000"/>
                    <a:lumOff val="25000"/>
                  </a:schemeClr>
                </a:solidFill>
                <a:latin typeface="Bahnschrift Light"/>
              </a:rPr>
              <a:t>Research</a:t>
            </a:r>
            <a:r>
              <a:rPr lang="fr-FR" sz="1400">
                <a:solidFill>
                  <a:schemeClr val="tx1">
                    <a:lumMod val="75000"/>
                    <a:lumOff val="25000"/>
                  </a:schemeClr>
                </a:solidFill>
                <a:latin typeface="Bahnschrift Light"/>
              </a:rPr>
              <a:t> Center for International </a:t>
            </a:r>
            <a:r>
              <a:rPr lang="fr-FR" sz="1400" err="1">
                <a:solidFill>
                  <a:schemeClr val="tx1">
                    <a:lumMod val="75000"/>
                    <a:lumOff val="25000"/>
                  </a:schemeClr>
                </a:solidFill>
                <a:latin typeface="Bahnschrift Light"/>
              </a:rPr>
              <a:t>Development</a:t>
            </a:r>
            <a:r>
              <a:rPr lang="fr-FR" sz="1400">
                <a:solidFill>
                  <a:schemeClr val="tx1">
                    <a:lumMod val="75000"/>
                    <a:lumOff val="25000"/>
                  </a:schemeClr>
                </a:solidFill>
                <a:latin typeface="Bahnschrift Light"/>
              </a:rPr>
              <a:t> (CIRAD), France</a:t>
            </a:r>
          </a:p>
          <a:p>
            <a:r>
              <a:rPr lang="fr-FR" sz="1400">
                <a:solidFill>
                  <a:schemeClr val="tx1">
                    <a:lumMod val="75000"/>
                    <a:lumOff val="25000"/>
                  </a:schemeClr>
                </a:solidFill>
                <a:latin typeface="Bahnschrift Light"/>
              </a:rPr>
              <a:t>2 National Institute of Agricultural </a:t>
            </a:r>
            <a:r>
              <a:rPr lang="fr-FR" sz="1400" err="1">
                <a:solidFill>
                  <a:schemeClr val="tx1">
                    <a:lumMod val="75000"/>
                    <a:lumOff val="25000"/>
                  </a:schemeClr>
                </a:solidFill>
                <a:latin typeface="Bahnschrift Light"/>
              </a:rPr>
              <a:t>Research</a:t>
            </a:r>
            <a:r>
              <a:rPr lang="fr-FR" sz="1400">
                <a:solidFill>
                  <a:schemeClr val="tx1">
                    <a:lumMod val="75000"/>
                    <a:lumOff val="25000"/>
                  </a:schemeClr>
                </a:solidFill>
                <a:latin typeface="Bahnschrift Light"/>
              </a:rPr>
              <a:t> (INRAE), France</a:t>
            </a:r>
          </a:p>
          <a:p>
            <a:r>
              <a:rPr lang="fr-FR" sz="1400">
                <a:solidFill>
                  <a:schemeClr val="tx1">
                    <a:lumMod val="75000"/>
                    <a:lumOff val="25000"/>
                  </a:schemeClr>
                </a:solidFill>
                <a:latin typeface="Bahnschrift Light"/>
              </a:rPr>
              <a:t>3 </a:t>
            </a:r>
            <a:r>
              <a:rPr lang="fr-FR" sz="1400" err="1">
                <a:solidFill>
                  <a:schemeClr val="tx1">
                    <a:lumMod val="75000"/>
                    <a:lumOff val="25000"/>
                  </a:schemeClr>
                </a:solidFill>
                <a:latin typeface="Bahnschrift Light"/>
              </a:rPr>
              <a:t>Walloon</a:t>
            </a:r>
            <a:r>
              <a:rPr lang="fr-FR" sz="1400">
                <a:solidFill>
                  <a:schemeClr val="tx1">
                    <a:lumMod val="75000"/>
                    <a:lumOff val="25000"/>
                  </a:schemeClr>
                </a:solidFill>
                <a:latin typeface="Bahnschrift Light"/>
              </a:rPr>
              <a:t> Agricultural </a:t>
            </a:r>
            <a:r>
              <a:rPr lang="fr-FR" sz="1400" err="1">
                <a:solidFill>
                  <a:schemeClr val="tx1">
                    <a:lumMod val="75000"/>
                    <a:lumOff val="25000"/>
                  </a:schemeClr>
                </a:solidFill>
                <a:latin typeface="Bahnschrift Light"/>
              </a:rPr>
              <a:t>Research</a:t>
            </a:r>
            <a:r>
              <a:rPr lang="fr-FR" sz="1400">
                <a:solidFill>
                  <a:schemeClr val="tx1">
                    <a:lumMod val="75000"/>
                    <a:lumOff val="25000"/>
                  </a:schemeClr>
                </a:solidFill>
                <a:latin typeface="Bahnschrift Light"/>
              </a:rPr>
              <a:t> Center (CRA-W), </a:t>
            </a:r>
            <a:r>
              <a:rPr lang="fr-FR" sz="1400" err="1">
                <a:solidFill>
                  <a:schemeClr val="tx1">
                    <a:lumMod val="75000"/>
                    <a:lumOff val="25000"/>
                  </a:schemeClr>
                </a:solidFill>
                <a:latin typeface="Bahnschrift Light"/>
              </a:rPr>
              <a:t>Belgium</a:t>
            </a:r>
            <a:endParaRPr lang="fr-FR" sz="1400">
              <a:solidFill>
                <a:schemeClr val="tx1">
                  <a:lumMod val="75000"/>
                  <a:lumOff val="25000"/>
                </a:schemeClr>
              </a:solidFill>
              <a:latin typeface="Bahnschrift Light"/>
            </a:endParaRPr>
          </a:p>
          <a:p>
            <a:endParaRPr lang="fr-FR" sz="1400">
              <a:solidFill>
                <a:schemeClr val="tx1">
                  <a:lumMod val="75000"/>
                  <a:lumOff val="25000"/>
                </a:schemeClr>
              </a:solidFill>
              <a:latin typeface="Bahnschrift Light"/>
            </a:endParaRPr>
          </a:p>
          <a:p>
            <a:r>
              <a:rPr lang="fr-FR" sz="1400">
                <a:solidFill>
                  <a:schemeClr val="tx1">
                    <a:lumMod val="75000"/>
                    <a:lumOff val="25000"/>
                  </a:schemeClr>
                </a:solidFill>
                <a:latin typeface="Bahnschrift Light"/>
              </a:rPr>
              <a:t>* robin.pourcel@cirad.fr</a:t>
            </a:r>
          </a:p>
        </p:txBody>
      </p:sp>
      <p:sp>
        <p:nvSpPr>
          <p:cNvPr id="4" name="Sous-titre 2">
            <a:extLst>
              <a:ext uri="{FF2B5EF4-FFF2-40B4-BE49-F238E27FC236}">
                <a16:creationId xmlns:a16="http://schemas.microsoft.com/office/drawing/2014/main" id="{7FF210BD-41FE-4661-B719-D2FAE6AE5A5D}"/>
              </a:ext>
            </a:extLst>
          </p:cNvPr>
          <p:cNvSpPr txBox="1">
            <a:spLocks/>
          </p:cNvSpPr>
          <p:nvPr/>
        </p:nvSpPr>
        <p:spPr>
          <a:xfrm>
            <a:off x="1051169" y="2263044"/>
            <a:ext cx="10089662" cy="108927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chemeClr val="tx1">
                    <a:lumMod val="75000"/>
                    <a:lumOff val="25000"/>
                  </a:schemeClr>
                </a:solidFill>
                <a:latin typeface="Bahnschrift SemiBold" panose="020B0502040204020203" pitchFamily="34" charset="0"/>
                <a:ea typeface="MS Mincho"/>
                <a:cs typeface="Times New Roman" panose="02020603050405020304" pitchFamily="18" charset="0"/>
              </a:rPr>
              <a:t>From manure to tailored fertilizers: A generic model to predict gaseous emissions during composting</a:t>
            </a:r>
            <a:endParaRPr lang="fr-FR" sz="3200">
              <a:solidFill>
                <a:schemeClr val="tx1">
                  <a:lumMod val="75000"/>
                  <a:lumOff val="25000"/>
                </a:schemeClr>
              </a:solidFill>
              <a:latin typeface="Bahnschrift SemiBold" panose="020B0502040204020203" pitchFamily="34" charset="0"/>
              <a:ea typeface="MS Mincho"/>
              <a:cs typeface="Times New Roman" panose="02020603050405020304" pitchFamily="18" charset="0"/>
            </a:endParaRPr>
          </a:p>
        </p:txBody>
      </p:sp>
      <p:sp>
        <p:nvSpPr>
          <p:cNvPr id="6" name="ZoneTexte 5">
            <a:extLst>
              <a:ext uri="{FF2B5EF4-FFF2-40B4-BE49-F238E27FC236}">
                <a16:creationId xmlns:a16="http://schemas.microsoft.com/office/drawing/2014/main" id="{6C731EF8-9144-4BD4-A174-ABA74550265A}"/>
              </a:ext>
            </a:extLst>
          </p:cNvPr>
          <p:cNvSpPr txBox="1"/>
          <p:nvPr/>
        </p:nvSpPr>
        <p:spPr>
          <a:xfrm>
            <a:off x="4351012" y="1396944"/>
            <a:ext cx="2477477" cy="338554"/>
          </a:xfrm>
          <a:prstGeom prst="rect">
            <a:avLst/>
          </a:prstGeom>
          <a:noFill/>
        </p:spPr>
        <p:txBody>
          <a:bodyPr wrap="square" rtlCol="0">
            <a:spAutoFit/>
          </a:bodyPr>
          <a:lstStyle/>
          <a:p>
            <a:pPr algn="ctr"/>
            <a:r>
              <a:rPr lang="fr-FR" sz="1600">
                <a:solidFill>
                  <a:schemeClr val="tx1">
                    <a:lumMod val="75000"/>
                    <a:lumOff val="25000"/>
                  </a:schemeClr>
                </a:solidFill>
                <a:latin typeface="Bahnschrift Light" panose="020B0502040204020203" pitchFamily="34" charset="0"/>
              </a:rPr>
              <a:t>23/09/2026</a:t>
            </a:r>
          </a:p>
        </p:txBody>
      </p:sp>
      <p:sp>
        <p:nvSpPr>
          <p:cNvPr id="9" name="ZoneTexte 8">
            <a:extLst>
              <a:ext uri="{FF2B5EF4-FFF2-40B4-BE49-F238E27FC236}">
                <a16:creationId xmlns:a16="http://schemas.microsoft.com/office/drawing/2014/main" id="{908EEDF1-2A8A-47EB-9578-5EE0AAE08209}"/>
              </a:ext>
            </a:extLst>
          </p:cNvPr>
          <p:cNvSpPr txBox="1"/>
          <p:nvPr/>
        </p:nvSpPr>
        <p:spPr>
          <a:xfrm>
            <a:off x="3122864" y="1067939"/>
            <a:ext cx="5281241" cy="338554"/>
          </a:xfrm>
          <a:prstGeom prst="rect">
            <a:avLst/>
          </a:prstGeom>
          <a:noFill/>
        </p:spPr>
        <p:txBody>
          <a:bodyPr wrap="square" rtlCol="0">
            <a:spAutoFit/>
          </a:bodyPr>
          <a:lstStyle/>
          <a:p>
            <a:pPr algn="ctr"/>
            <a:r>
              <a:rPr lang="fr-FR" sz="1600" err="1">
                <a:solidFill>
                  <a:schemeClr val="tx1">
                    <a:lumMod val="75000"/>
                    <a:lumOff val="25000"/>
                  </a:schemeClr>
                </a:solidFill>
                <a:latin typeface="Bahnschrift Light" panose="020B0502040204020203" pitchFamily="34" charset="0"/>
              </a:rPr>
              <a:t>Presented</a:t>
            </a:r>
            <a:r>
              <a:rPr lang="fr-FR" sz="1600">
                <a:solidFill>
                  <a:schemeClr val="tx1">
                    <a:lumMod val="75000"/>
                    <a:lumOff val="25000"/>
                  </a:schemeClr>
                </a:solidFill>
                <a:latin typeface="Bahnschrift Light" panose="020B0502040204020203" pitchFamily="34" charset="0"/>
              </a:rPr>
              <a:t> by Paul Robin at </a:t>
            </a:r>
            <a:r>
              <a:rPr lang="fr-FR" sz="1600" err="1">
                <a:solidFill>
                  <a:schemeClr val="tx1">
                    <a:lumMod val="75000"/>
                    <a:lumOff val="25000"/>
                  </a:schemeClr>
                </a:solidFill>
                <a:latin typeface="Bahnschrift Light" panose="020B0502040204020203" pitchFamily="34" charset="0"/>
              </a:rPr>
              <a:t>EmiLI</a:t>
            </a:r>
            <a:r>
              <a:rPr lang="fr-FR" sz="1600">
                <a:solidFill>
                  <a:schemeClr val="tx1">
                    <a:lumMod val="75000"/>
                    <a:lumOff val="25000"/>
                  </a:schemeClr>
                </a:solidFill>
                <a:latin typeface="Bahnschrift Light" panose="020B0502040204020203" pitchFamily="34" charset="0"/>
              </a:rPr>
              <a:t> </a:t>
            </a:r>
            <a:r>
              <a:rPr lang="fr-FR" sz="1600" err="1">
                <a:solidFill>
                  <a:schemeClr val="tx1">
                    <a:lumMod val="75000"/>
                    <a:lumOff val="25000"/>
                  </a:schemeClr>
                </a:solidFill>
                <a:latin typeface="Bahnschrift Light" panose="020B0502040204020203" pitchFamily="34" charset="0"/>
              </a:rPr>
              <a:t>conference</a:t>
            </a:r>
            <a:endParaRPr lang="fr-FR" sz="1600">
              <a:solidFill>
                <a:schemeClr val="tx1">
                  <a:lumMod val="75000"/>
                  <a:lumOff val="25000"/>
                </a:schemeClr>
              </a:solidFill>
              <a:latin typeface="Bahnschrift Light" panose="020B0502040204020203" pitchFamily="34" charset="0"/>
            </a:endParaRPr>
          </a:p>
        </p:txBody>
      </p:sp>
      <p:pic>
        <p:nvPicPr>
          <p:cNvPr id="11" name="Picture 2" descr="CIRAD, agricultural research for the sustainable development of tropical and Mediterranean regions">
            <a:extLst>
              <a:ext uri="{FF2B5EF4-FFF2-40B4-BE49-F238E27FC236}">
                <a16:creationId xmlns:a16="http://schemas.microsoft.com/office/drawing/2014/main" id="{50044975-AFE0-4653-9DC7-14CCD50B5601}"/>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t="15297" b="14755"/>
          <a:stretch/>
        </p:blipFill>
        <p:spPr bwMode="auto">
          <a:xfrm>
            <a:off x="751254" y="132617"/>
            <a:ext cx="1567962" cy="748824"/>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a:extLst>
              <a:ext uri="{FF2B5EF4-FFF2-40B4-BE49-F238E27FC236}">
                <a16:creationId xmlns:a16="http://schemas.microsoft.com/office/drawing/2014/main" id="{F70C6D70-0E2D-436D-8521-52651CF1F9DE}"/>
              </a:ext>
            </a:extLst>
          </p:cNvPr>
          <p:cNvPicPr>
            <a:picLocks noChangeAspect="1"/>
          </p:cNvPicPr>
          <p:nvPr/>
        </p:nvPicPr>
        <p:blipFill rotWithShape="1">
          <a:blip r:embed="rId3"/>
          <a:srcRect t="27597" b="33023"/>
          <a:stretch/>
        </p:blipFill>
        <p:spPr>
          <a:xfrm>
            <a:off x="5589751" y="247119"/>
            <a:ext cx="1191602" cy="646331"/>
          </a:xfrm>
          <a:prstGeom prst="rect">
            <a:avLst/>
          </a:prstGeom>
        </p:spPr>
      </p:pic>
      <p:pic>
        <p:nvPicPr>
          <p:cNvPr id="13" name="Picture 6" descr="CRA-W | Walloon Agricultural Research ...">
            <a:extLst>
              <a:ext uri="{FF2B5EF4-FFF2-40B4-BE49-F238E27FC236}">
                <a16:creationId xmlns:a16="http://schemas.microsoft.com/office/drawing/2014/main" id="{5E03E326-8C25-4162-B035-31033B090F2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174746" y="54310"/>
            <a:ext cx="1559475" cy="89262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a:extLst>
              <a:ext uri="{FF2B5EF4-FFF2-40B4-BE49-F238E27FC236}">
                <a16:creationId xmlns:a16="http://schemas.microsoft.com/office/drawing/2014/main" id="{2F4B2851-D04A-48D0-865E-8DDED5B17C27}"/>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636883" y="375849"/>
            <a:ext cx="1850632" cy="365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09h00- 12h00 : Déroulé • Présenta)on de l'école doctorale GAIA par la  Direcfion de l'ED • Présenta)on de l">
            <a:extLst>
              <a:ext uri="{FF2B5EF4-FFF2-40B4-BE49-F238E27FC236}">
                <a16:creationId xmlns:a16="http://schemas.microsoft.com/office/drawing/2014/main" id="{A9EE46BD-3598-4B58-8665-339F363ABF12}"/>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0343046" y="134230"/>
            <a:ext cx="1556244" cy="81941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C66CF2F-6FC0-4595-A945-7F3D86178DC3}"/>
              </a:ext>
            </a:extLst>
          </p:cNvPr>
          <p:cNvSpPr/>
          <p:nvPr/>
        </p:nvSpPr>
        <p:spPr>
          <a:xfrm>
            <a:off x="0" y="2082498"/>
            <a:ext cx="12192000" cy="75892"/>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17BA8DBB-5CEE-42DF-9DDF-387A5BD7AF68}"/>
              </a:ext>
            </a:extLst>
          </p:cNvPr>
          <p:cNvSpPr/>
          <p:nvPr/>
        </p:nvSpPr>
        <p:spPr>
          <a:xfrm>
            <a:off x="46491" y="3461836"/>
            <a:ext cx="12192000" cy="75892"/>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a:extLst>
              <a:ext uri="{FF2B5EF4-FFF2-40B4-BE49-F238E27FC236}">
                <a16:creationId xmlns:a16="http://schemas.microsoft.com/office/drawing/2014/main" id="{DC32EDF5-6C25-47DC-9D00-7D5509E11C77}"/>
              </a:ext>
            </a:extLst>
          </p:cNvPr>
          <p:cNvPicPr/>
          <p:nvPr/>
        </p:nvPicPr>
        <p:blipFill>
          <a:blip r:embed="rId7" cstate="print">
            <a:extLst>
              <a:ext uri="{28A0092B-C50C-407E-A947-70E740481C1C}">
                <a14:useLocalDpi xmlns:a14="http://schemas.microsoft.com/office/drawing/2010/main"/>
              </a:ext>
            </a:extLst>
          </a:blip>
          <a:srcRect/>
          <a:stretch>
            <a:fillRect/>
          </a:stretch>
        </p:blipFill>
        <p:spPr bwMode="auto">
          <a:xfrm>
            <a:off x="5050570" y="6132340"/>
            <a:ext cx="1026795" cy="716260"/>
          </a:xfrm>
          <a:prstGeom prst="rect">
            <a:avLst/>
          </a:prstGeom>
          <a:noFill/>
          <a:ln>
            <a:noFill/>
          </a:ln>
        </p:spPr>
      </p:pic>
      <p:pic>
        <p:nvPicPr>
          <p:cNvPr id="21" name="Image 20">
            <a:extLst>
              <a:ext uri="{FF2B5EF4-FFF2-40B4-BE49-F238E27FC236}">
                <a16:creationId xmlns:a16="http://schemas.microsoft.com/office/drawing/2014/main" id="{BCADE4B9-D2FE-488D-B97F-B62DA7C03F21}"/>
              </a:ext>
            </a:extLst>
          </p:cNvPr>
          <p:cNvPicPr/>
          <p:nvPr/>
        </p:nvPicPr>
        <p:blipFill>
          <a:blip r:embed="rId8" cstate="print">
            <a:extLst>
              <a:ext uri="{28A0092B-C50C-407E-A947-70E740481C1C}">
                <a14:useLocalDpi xmlns:a14="http://schemas.microsoft.com/office/drawing/2010/main"/>
              </a:ext>
            </a:extLst>
          </a:blip>
          <a:srcRect/>
          <a:stretch>
            <a:fillRect/>
          </a:stretch>
        </p:blipFill>
        <p:spPr bwMode="auto">
          <a:xfrm>
            <a:off x="6326983" y="6193658"/>
            <a:ext cx="766884" cy="593625"/>
          </a:xfrm>
          <a:prstGeom prst="rect">
            <a:avLst/>
          </a:prstGeom>
          <a:noFill/>
          <a:ln>
            <a:noFill/>
          </a:ln>
        </p:spPr>
      </p:pic>
      <p:pic>
        <p:nvPicPr>
          <p:cNvPr id="22" name="Image 21">
            <a:extLst>
              <a:ext uri="{FF2B5EF4-FFF2-40B4-BE49-F238E27FC236}">
                <a16:creationId xmlns:a16="http://schemas.microsoft.com/office/drawing/2014/main" id="{C9A8E068-9940-44C6-9317-750D56B8390E}"/>
              </a:ext>
            </a:extLst>
          </p:cNvPr>
          <p:cNvPicPr/>
          <p:nvPr/>
        </p:nvPicPr>
        <p:blipFill>
          <a:blip r:embed="rId9" cstate="print">
            <a:extLst>
              <a:ext uri="{28A0092B-C50C-407E-A947-70E740481C1C}">
                <a14:useLocalDpi xmlns:a14="http://schemas.microsoft.com/office/drawing/2010/main"/>
              </a:ext>
            </a:extLst>
          </a:blip>
          <a:srcRect/>
          <a:stretch>
            <a:fillRect/>
          </a:stretch>
        </p:blipFill>
        <p:spPr bwMode="auto">
          <a:xfrm>
            <a:off x="7248314" y="6142301"/>
            <a:ext cx="1179144" cy="696338"/>
          </a:xfrm>
          <a:prstGeom prst="rect">
            <a:avLst/>
          </a:prstGeom>
          <a:noFill/>
          <a:ln>
            <a:noFill/>
          </a:ln>
        </p:spPr>
      </p:pic>
      <p:pic>
        <p:nvPicPr>
          <p:cNvPr id="23" name="Image 22">
            <a:extLst>
              <a:ext uri="{FF2B5EF4-FFF2-40B4-BE49-F238E27FC236}">
                <a16:creationId xmlns:a16="http://schemas.microsoft.com/office/drawing/2014/main" id="{3736A38C-0ADE-4A95-B4F8-1840F38E2AE6}"/>
              </a:ext>
            </a:extLst>
          </p:cNvPr>
          <p:cNvPicPr>
            <a:picLocks noChangeAspect="1"/>
          </p:cNvPicPr>
          <p:nvPr/>
        </p:nvPicPr>
        <p:blipFill rotWithShape="1">
          <a:blip r:embed="rId10"/>
          <a:srcRect l="38270"/>
          <a:stretch/>
        </p:blipFill>
        <p:spPr>
          <a:xfrm>
            <a:off x="3672038" y="6289902"/>
            <a:ext cx="1179145" cy="401137"/>
          </a:xfrm>
          <a:prstGeom prst="rect">
            <a:avLst/>
          </a:prstGeom>
        </p:spPr>
      </p:pic>
      <p:pic>
        <p:nvPicPr>
          <p:cNvPr id="24" name="Picture 2">
            <a:extLst>
              <a:ext uri="{FF2B5EF4-FFF2-40B4-BE49-F238E27FC236}">
                <a16:creationId xmlns:a16="http://schemas.microsoft.com/office/drawing/2014/main" id="{3467D997-0A92-4C9E-A40C-8028BE79BB4A}"/>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2697867" y="6103897"/>
            <a:ext cx="731195" cy="69151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a:extLst>
              <a:ext uri="{FF2B5EF4-FFF2-40B4-BE49-F238E27FC236}">
                <a16:creationId xmlns:a16="http://schemas.microsoft.com/office/drawing/2014/main" id="{3BB0A0F1-8E9F-42AF-9F9E-84AB3358F3F0}"/>
              </a:ext>
            </a:extLst>
          </p:cNvPr>
          <p:cNvPicPr>
            <a:picLocks noChangeAspect="1" noChangeArrowheads="1"/>
          </p:cNvPicPr>
          <p:nvPr/>
        </p:nvPicPr>
        <p:blipFill rotWithShape="1">
          <a:blip r:embed="rId12" cstate="print">
            <a:extLst>
              <a:ext uri="{28A0092B-C50C-407E-A947-70E740481C1C}">
                <a14:useLocalDpi xmlns:a14="http://schemas.microsoft.com/office/drawing/2010/main"/>
              </a:ext>
            </a:extLst>
          </a:blip>
          <a:srcRect b="45610"/>
          <a:stretch/>
        </p:blipFill>
        <p:spPr bwMode="auto">
          <a:xfrm>
            <a:off x="8404105" y="6142301"/>
            <a:ext cx="1396182" cy="696338"/>
          </a:xfrm>
          <a:prstGeom prst="rect">
            <a:avLst/>
          </a:prstGeom>
          <a:noFill/>
          <a:extLst>
            <a:ext uri="{909E8E84-426E-40DD-AFC4-6F175D3DCCD1}">
              <a14:hiddenFill xmlns:a14="http://schemas.microsoft.com/office/drawing/2010/main">
                <a:solidFill>
                  <a:srgbClr val="FFFFFF"/>
                </a:solidFill>
              </a14:hiddenFill>
            </a:ext>
          </a:extLst>
        </p:spPr>
      </p:pic>
      <p:pic>
        <p:nvPicPr>
          <p:cNvPr id="28" name="Image 27">
            <a:extLst>
              <a:ext uri="{FF2B5EF4-FFF2-40B4-BE49-F238E27FC236}">
                <a16:creationId xmlns:a16="http://schemas.microsoft.com/office/drawing/2014/main" id="{1EC51F92-8B13-413F-9DD2-F8CC3FD45018}"/>
              </a:ext>
            </a:extLst>
          </p:cNvPr>
          <p:cNvPicPr>
            <a:picLocks noChangeAspect="1"/>
          </p:cNvPicPr>
          <p:nvPr/>
        </p:nvPicPr>
        <p:blipFill>
          <a:blip r:embed="rId13"/>
          <a:stretch>
            <a:fillRect/>
          </a:stretch>
        </p:blipFill>
        <p:spPr>
          <a:xfrm>
            <a:off x="10492427" y="4420463"/>
            <a:ext cx="1257481" cy="1248235"/>
          </a:xfrm>
          <a:prstGeom prst="rect">
            <a:avLst/>
          </a:prstGeom>
        </p:spPr>
      </p:pic>
      <p:sp>
        <p:nvSpPr>
          <p:cNvPr id="29" name="ZoneTexte 28">
            <a:extLst>
              <a:ext uri="{FF2B5EF4-FFF2-40B4-BE49-F238E27FC236}">
                <a16:creationId xmlns:a16="http://schemas.microsoft.com/office/drawing/2014/main" id="{3DD2F93F-F739-4D1B-B09F-F28E2B62FD60}"/>
              </a:ext>
            </a:extLst>
          </p:cNvPr>
          <p:cNvSpPr txBox="1"/>
          <p:nvPr/>
        </p:nvSpPr>
        <p:spPr>
          <a:xfrm>
            <a:off x="10424594" y="5594809"/>
            <a:ext cx="1474696" cy="362215"/>
          </a:xfrm>
          <a:prstGeom prst="rect">
            <a:avLst/>
          </a:prstGeom>
          <a:noFill/>
        </p:spPr>
        <p:txBody>
          <a:bodyPr wrap="square">
            <a:spAutoFit/>
          </a:bodyPr>
          <a:lstStyle/>
          <a:p>
            <a:pPr lvl="0" algn="ctr">
              <a:lnSpc>
                <a:spcPct val="107000"/>
              </a:lnSpc>
            </a:pPr>
            <a:r>
              <a:rPr lang="fr-FR" err="1">
                <a:solidFill>
                  <a:schemeClr val="tx1">
                    <a:lumMod val="75000"/>
                    <a:lumOff val="25000"/>
                  </a:schemeClr>
                </a:solidFill>
                <a:effectLst/>
                <a:latin typeface="Bahnschrift Light" panose="020B0502040204020203" pitchFamily="34" charset="0"/>
                <a:ea typeface="Cambria" panose="02040503050406030204" pitchFamily="18" charset="0"/>
                <a:cs typeface="Cambria" panose="02040503050406030204" pitchFamily="18" charset="0"/>
              </a:rPr>
              <a:t>References</a:t>
            </a:r>
            <a:endParaRPr lang="fr-FR">
              <a:solidFill>
                <a:schemeClr val="tx1">
                  <a:lumMod val="75000"/>
                  <a:lumOff val="25000"/>
                </a:schemeClr>
              </a:solidFill>
              <a:effectLst/>
              <a:latin typeface="Bahnschrift Light" panose="020B0502040204020203" pitchFamily="34" charset="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4131455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Connecteur droit avec flèche 31">
            <a:extLst>
              <a:ext uri="{FF2B5EF4-FFF2-40B4-BE49-F238E27FC236}">
                <a16:creationId xmlns:a16="http://schemas.microsoft.com/office/drawing/2014/main" id="{2AEEA5EF-B0B6-FFF5-ADCB-78EDBE27994D}"/>
              </a:ext>
            </a:extLst>
          </p:cNvPr>
          <p:cNvCxnSpPr/>
          <p:nvPr/>
        </p:nvCxnSpPr>
        <p:spPr>
          <a:xfrm>
            <a:off x="2069629" y="5591763"/>
            <a:ext cx="946385" cy="181900"/>
          </a:xfrm>
          <a:prstGeom prst="straightConnector1">
            <a:avLst/>
          </a:prstGeom>
          <a:ln w="28575">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34" name="Connecteur droit avec flèche 33">
            <a:extLst>
              <a:ext uri="{FF2B5EF4-FFF2-40B4-BE49-F238E27FC236}">
                <a16:creationId xmlns:a16="http://schemas.microsoft.com/office/drawing/2014/main" id="{D26B004D-4985-D9AD-A69A-DE25CC5A7461}"/>
              </a:ext>
            </a:extLst>
          </p:cNvPr>
          <p:cNvCxnSpPr>
            <a:cxnSpLocks/>
          </p:cNvCxnSpPr>
          <p:nvPr/>
        </p:nvCxnSpPr>
        <p:spPr>
          <a:xfrm flipV="1">
            <a:off x="2018827" y="5306302"/>
            <a:ext cx="7580865" cy="143220"/>
          </a:xfrm>
          <a:prstGeom prst="straightConnector1">
            <a:avLst/>
          </a:prstGeom>
          <a:ln w="28575">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B23EC4C6-D47F-FCBF-553F-E540AA676905}"/>
              </a:ext>
            </a:extLst>
          </p:cNvPr>
          <p:cNvCxnSpPr>
            <a:cxnSpLocks/>
          </p:cNvCxnSpPr>
          <p:nvPr/>
        </p:nvCxnSpPr>
        <p:spPr>
          <a:xfrm>
            <a:off x="2059468" y="5510482"/>
            <a:ext cx="3760705" cy="110780"/>
          </a:xfrm>
          <a:prstGeom prst="straightConnector1">
            <a:avLst/>
          </a:prstGeom>
          <a:ln w="28575">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graphicFrame>
        <p:nvGraphicFramePr>
          <p:cNvPr id="45" name="Tableau 44">
            <a:extLst>
              <a:ext uri="{FF2B5EF4-FFF2-40B4-BE49-F238E27FC236}">
                <a16:creationId xmlns:a16="http://schemas.microsoft.com/office/drawing/2014/main" id="{10654D65-AF44-6CE9-E6A5-BA438DFBD2AF}"/>
              </a:ext>
            </a:extLst>
          </p:cNvPr>
          <p:cNvGraphicFramePr>
            <a:graphicFrameLocks noGrp="1"/>
          </p:cNvGraphicFramePr>
          <p:nvPr>
            <p:extLst>
              <p:ext uri="{D42A27DB-BD31-4B8C-83A1-F6EECF244321}">
                <p14:modId xmlns:p14="http://schemas.microsoft.com/office/powerpoint/2010/main" val="2862186108"/>
              </p:ext>
            </p:extLst>
          </p:nvPr>
        </p:nvGraphicFramePr>
        <p:xfrm>
          <a:off x="1137920" y="2459736"/>
          <a:ext cx="10012512" cy="587566"/>
        </p:xfrm>
        <a:graphic>
          <a:graphicData uri="http://schemas.openxmlformats.org/drawingml/2006/table">
            <a:tbl>
              <a:tblPr firstRow="1" bandRow="1">
                <a:tableStyleId>{5C22544A-7EE6-4342-B048-85BDC9FD1C3A}</a:tableStyleId>
              </a:tblPr>
              <a:tblGrid>
                <a:gridCol w="10012512">
                  <a:extLst>
                    <a:ext uri="{9D8B030D-6E8A-4147-A177-3AD203B41FA5}">
                      <a16:colId xmlns:a16="http://schemas.microsoft.com/office/drawing/2014/main" val="3369120599"/>
                    </a:ext>
                  </a:extLst>
                </a:gridCol>
              </a:tblGrid>
              <a:tr h="587566">
                <a:tc>
                  <a:txBody>
                    <a:bodyPr/>
                    <a:lstStyle/>
                    <a:p>
                      <a:endParaRPr lang="fr-FR"/>
                    </a:p>
                  </a:txBody>
                  <a:tcPr>
                    <a:lnL w="0">
                      <a:noFill/>
                    </a:lnL>
                    <a:lnR w="0">
                      <a:noFill/>
                    </a:lnR>
                    <a:lnT w="12700">
                      <a:solidFill>
                        <a:schemeClr val="tx1"/>
                      </a:solidFill>
                    </a:lnT>
                    <a:lnB w="12700">
                      <a:solidFill>
                        <a:schemeClr val="tx1"/>
                      </a:solidFill>
                    </a:lnB>
                    <a:noFill/>
                  </a:tcPr>
                </a:tc>
                <a:extLst>
                  <a:ext uri="{0D108BD9-81ED-4DB2-BD59-A6C34878D82A}">
                    <a16:rowId xmlns:a16="http://schemas.microsoft.com/office/drawing/2014/main" val="2061982468"/>
                  </a:ext>
                </a:extLst>
              </a:tr>
            </a:tbl>
          </a:graphicData>
        </a:graphic>
      </p:graphicFrame>
      <p:graphicFrame>
        <p:nvGraphicFramePr>
          <p:cNvPr id="46" name="Tableau 45">
            <a:extLst>
              <a:ext uri="{FF2B5EF4-FFF2-40B4-BE49-F238E27FC236}">
                <a16:creationId xmlns:a16="http://schemas.microsoft.com/office/drawing/2014/main" id="{FCCB3EAF-B7C4-2975-2B1A-5FB86ACA729E}"/>
              </a:ext>
            </a:extLst>
          </p:cNvPr>
          <p:cNvGraphicFramePr>
            <a:graphicFrameLocks noGrp="1"/>
          </p:cNvGraphicFramePr>
          <p:nvPr>
            <p:extLst>
              <p:ext uri="{D42A27DB-BD31-4B8C-83A1-F6EECF244321}">
                <p14:modId xmlns:p14="http://schemas.microsoft.com/office/powerpoint/2010/main" val="2100377680"/>
              </p:ext>
            </p:extLst>
          </p:nvPr>
        </p:nvGraphicFramePr>
        <p:xfrm>
          <a:off x="1137920" y="3049015"/>
          <a:ext cx="10012512" cy="587566"/>
        </p:xfrm>
        <a:graphic>
          <a:graphicData uri="http://schemas.openxmlformats.org/drawingml/2006/table">
            <a:tbl>
              <a:tblPr firstRow="1" bandRow="1">
                <a:tableStyleId>{5C22544A-7EE6-4342-B048-85BDC9FD1C3A}</a:tableStyleId>
              </a:tblPr>
              <a:tblGrid>
                <a:gridCol w="10012512">
                  <a:extLst>
                    <a:ext uri="{9D8B030D-6E8A-4147-A177-3AD203B41FA5}">
                      <a16:colId xmlns:a16="http://schemas.microsoft.com/office/drawing/2014/main" val="3369120599"/>
                    </a:ext>
                  </a:extLst>
                </a:gridCol>
              </a:tblGrid>
              <a:tr h="587566">
                <a:tc>
                  <a:txBody>
                    <a:bodyPr/>
                    <a:lstStyle/>
                    <a:p>
                      <a:endParaRPr lang="fr-FR"/>
                    </a:p>
                  </a:txBody>
                  <a:tcPr>
                    <a:lnL w="0">
                      <a:noFill/>
                    </a:lnL>
                    <a:lnR w="0">
                      <a:noFill/>
                    </a:lnR>
                    <a:lnT w="12700">
                      <a:solidFill>
                        <a:schemeClr val="tx1"/>
                      </a:solidFill>
                    </a:lnT>
                    <a:lnB w="12700">
                      <a:solidFill>
                        <a:schemeClr val="tx1"/>
                      </a:solidFill>
                    </a:lnB>
                    <a:noFill/>
                  </a:tcPr>
                </a:tc>
                <a:extLst>
                  <a:ext uri="{0D108BD9-81ED-4DB2-BD59-A6C34878D82A}">
                    <a16:rowId xmlns:a16="http://schemas.microsoft.com/office/drawing/2014/main" val="2061982468"/>
                  </a:ext>
                </a:extLst>
              </a:tr>
            </a:tbl>
          </a:graphicData>
        </a:graphic>
      </p:graphicFrame>
      <p:graphicFrame>
        <p:nvGraphicFramePr>
          <p:cNvPr id="47" name="Tableau 46">
            <a:extLst>
              <a:ext uri="{FF2B5EF4-FFF2-40B4-BE49-F238E27FC236}">
                <a16:creationId xmlns:a16="http://schemas.microsoft.com/office/drawing/2014/main" id="{13DA9565-4AEB-632A-B1E6-6CF145A54197}"/>
              </a:ext>
            </a:extLst>
          </p:cNvPr>
          <p:cNvGraphicFramePr>
            <a:graphicFrameLocks noGrp="1"/>
          </p:cNvGraphicFramePr>
          <p:nvPr>
            <p:extLst>
              <p:ext uri="{D42A27DB-BD31-4B8C-83A1-F6EECF244321}">
                <p14:modId xmlns:p14="http://schemas.microsoft.com/office/powerpoint/2010/main" val="895819415"/>
              </p:ext>
            </p:extLst>
          </p:nvPr>
        </p:nvGraphicFramePr>
        <p:xfrm>
          <a:off x="1146991" y="3637206"/>
          <a:ext cx="10012512" cy="587566"/>
        </p:xfrm>
        <a:graphic>
          <a:graphicData uri="http://schemas.openxmlformats.org/drawingml/2006/table">
            <a:tbl>
              <a:tblPr firstRow="1" bandRow="1">
                <a:tableStyleId>{5C22544A-7EE6-4342-B048-85BDC9FD1C3A}</a:tableStyleId>
              </a:tblPr>
              <a:tblGrid>
                <a:gridCol w="10012512">
                  <a:extLst>
                    <a:ext uri="{9D8B030D-6E8A-4147-A177-3AD203B41FA5}">
                      <a16:colId xmlns:a16="http://schemas.microsoft.com/office/drawing/2014/main" val="3369120599"/>
                    </a:ext>
                  </a:extLst>
                </a:gridCol>
              </a:tblGrid>
              <a:tr h="587566">
                <a:tc>
                  <a:txBody>
                    <a:bodyPr/>
                    <a:lstStyle/>
                    <a:p>
                      <a:endParaRPr lang="fr-FR"/>
                    </a:p>
                  </a:txBody>
                  <a:tcPr>
                    <a:lnL w="0">
                      <a:noFill/>
                    </a:lnL>
                    <a:lnR w="0">
                      <a:noFill/>
                    </a:lnR>
                    <a:lnT w="12700">
                      <a:solidFill>
                        <a:schemeClr val="tx1"/>
                      </a:solidFill>
                    </a:lnT>
                    <a:lnB w="12700">
                      <a:solidFill>
                        <a:schemeClr val="tx1"/>
                      </a:solidFill>
                    </a:lnB>
                    <a:noFill/>
                  </a:tcPr>
                </a:tc>
                <a:extLst>
                  <a:ext uri="{0D108BD9-81ED-4DB2-BD59-A6C34878D82A}">
                    <a16:rowId xmlns:a16="http://schemas.microsoft.com/office/drawing/2014/main" val="2061982468"/>
                  </a:ext>
                </a:extLst>
              </a:tr>
            </a:tbl>
          </a:graphicData>
        </a:graphic>
      </p:graphicFrame>
      <p:sp>
        <p:nvSpPr>
          <p:cNvPr id="17" name="Rectangle 16">
            <a:extLst>
              <a:ext uri="{FF2B5EF4-FFF2-40B4-BE49-F238E27FC236}">
                <a16:creationId xmlns:a16="http://schemas.microsoft.com/office/drawing/2014/main" id="{D87F10B6-F946-4078-8028-1B7CAAED567F}"/>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1">
            <a:extLst>
              <a:ext uri="{FF2B5EF4-FFF2-40B4-BE49-F238E27FC236}">
                <a16:creationId xmlns:a16="http://schemas.microsoft.com/office/drawing/2014/main" id="{07F9F644-BFD8-4D65-B0CC-89DE4BD459E0}"/>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434343"/>
                </a:solidFill>
                <a:latin typeface="Bahnschrift SemiBold Condensed" panose="020B0502040204020203" pitchFamily="34" charset="0"/>
              </a:rPr>
              <a:t>Introduction</a:t>
            </a:r>
          </a:p>
        </p:txBody>
      </p:sp>
      <p:sp>
        <p:nvSpPr>
          <p:cNvPr id="18" name="Rectangle 17">
            <a:extLst>
              <a:ext uri="{FF2B5EF4-FFF2-40B4-BE49-F238E27FC236}">
                <a16:creationId xmlns:a16="http://schemas.microsoft.com/office/drawing/2014/main" id="{3E86F989-FB1D-4C36-AB56-EE10450DE4ED}"/>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B426C2F0-C3BA-4C1C-A6CB-316EAF1C20F0}"/>
              </a:ext>
            </a:extLst>
          </p:cNvPr>
          <p:cNvSpPr txBox="1"/>
          <p:nvPr/>
        </p:nvSpPr>
        <p:spPr>
          <a:xfrm>
            <a:off x="106430" y="6599623"/>
            <a:ext cx="5355098" cy="230832"/>
          </a:xfrm>
          <a:prstGeom prst="rect">
            <a:avLst/>
          </a:prstGeom>
          <a:noFill/>
        </p:spPr>
        <p:txBody>
          <a:bodyPr wrap="square" rtlCol="0">
            <a:spAutoFit/>
          </a:bodyPr>
          <a:lstStyle/>
          <a:p>
            <a:r>
              <a:rPr lang="fr-FR" sz="900"/>
              <a:t>(Chadwick et al. 2011)</a:t>
            </a:r>
            <a:endParaRPr lang="fr-FR" sz="900">
              <a:solidFill>
                <a:srgbClr val="434343"/>
              </a:solidFill>
              <a:latin typeface="Bahnschrift Light" panose="020B0502040204020203" pitchFamily="34" charset="0"/>
            </a:endParaRPr>
          </a:p>
        </p:txBody>
      </p:sp>
      <p:sp>
        <p:nvSpPr>
          <p:cNvPr id="28" name="Espace réservé du numéro de diapositive 27">
            <a:extLst>
              <a:ext uri="{FF2B5EF4-FFF2-40B4-BE49-F238E27FC236}">
                <a16:creationId xmlns:a16="http://schemas.microsoft.com/office/drawing/2014/main" id="{2CC0804C-ACFA-47F5-A9BB-06ACE4F0740E}"/>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2</a:t>
            </a:fld>
            <a:endParaRPr lang="fr-FR" sz="1400">
              <a:latin typeface="Bahnschrift Light" panose="020B0502040204020203" pitchFamily="34" charset="0"/>
            </a:endParaRPr>
          </a:p>
        </p:txBody>
      </p:sp>
      <p:sp>
        <p:nvSpPr>
          <p:cNvPr id="24" name="ZoneTexte 23">
            <a:extLst>
              <a:ext uri="{FF2B5EF4-FFF2-40B4-BE49-F238E27FC236}">
                <a16:creationId xmlns:a16="http://schemas.microsoft.com/office/drawing/2014/main" id="{236203D3-F15E-4397-AB39-579571DD69BC}"/>
              </a:ext>
            </a:extLst>
          </p:cNvPr>
          <p:cNvSpPr txBox="1"/>
          <p:nvPr/>
        </p:nvSpPr>
        <p:spPr>
          <a:xfrm>
            <a:off x="211455" y="872389"/>
            <a:ext cx="11744376" cy="984885"/>
          </a:xfrm>
          <a:prstGeom prst="rect">
            <a:avLst/>
          </a:prstGeom>
          <a:noFill/>
        </p:spPr>
        <p:txBody>
          <a:bodyPr wrap="square" lIns="91440" tIns="45720" rIns="91440" bIns="45720" rtlCol="0">
            <a:spAutoFit/>
          </a:bodyPr>
          <a:lstStyle/>
          <a:p>
            <a:pPr algn="ctr"/>
            <a:r>
              <a:rPr lang="en-US" sz="2900">
                <a:solidFill>
                  <a:schemeClr val="tx1">
                    <a:lumMod val="75000"/>
                    <a:lumOff val="25000"/>
                  </a:schemeClr>
                </a:solidFill>
                <a:latin typeface="Bahnschrift Light"/>
              </a:rPr>
              <a:t>For a given farm system, what is the impact of manure storage practices on greenhouse gas emissions and on solid manure stability?</a:t>
            </a:r>
            <a:endParaRPr lang="fr-FR" sz="2900">
              <a:solidFill>
                <a:schemeClr val="tx1">
                  <a:lumMod val="75000"/>
                  <a:lumOff val="25000"/>
                </a:schemeClr>
              </a:solidFill>
              <a:latin typeface="Bahnschrift Light"/>
            </a:endParaRPr>
          </a:p>
        </p:txBody>
      </p:sp>
      <p:sp>
        <p:nvSpPr>
          <p:cNvPr id="6" name="ZoneTexte 5">
            <a:extLst>
              <a:ext uri="{FF2B5EF4-FFF2-40B4-BE49-F238E27FC236}">
                <a16:creationId xmlns:a16="http://schemas.microsoft.com/office/drawing/2014/main" id="{853A7E1D-B36E-5DD5-7285-331A86472059}"/>
              </a:ext>
            </a:extLst>
          </p:cNvPr>
          <p:cNvSpPr txBox="1"/>
          <p:nvPr/>
        </p:nvSpPr>
        <p:spPr>
          <a:xfrm>
            <a:off x="1275080" y="257704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Complete </a:t>
            </a:r>
            <a:r>
              <a:rPr lang="fr-FR" sz="1600" err="1">
                <a:solidFill>
                  <a:schemeClr val="tx1">
                    <a:lumMod val="75000"/>
                    <a:lumOff val="25000"/>
                  </a:schemeClr>
                </a:solidFill>
                <a:latin typeface="Bahnschrift"/>
              </a:rPr>
              <a:t>composting</a:t>
            </a:r>
            <a:endParaRPr lang="fr-FR" sz="1600">
              <a:solidFill>
                <a:schemeClr val="tx1">
                  <a:lumMod val="75000"/>
                  <a:lumOff val="25000"/>
                </a:schemeClr>
              </a:solidFill>
              <a:ea typeface="Calibri"/>
              <a:cs typeface="Calibri"/>
            </a:endParaRPr>
          </a:p>
        </p:txBody>
      </p:sp>
      <p:sp>
        <p:nvSpPr>
          <p:cNvPr id="8" name="ZoneTexte 7">
            <a:extLst>
              <a:ext uri="{FF2B5EF4-FFF2-40B4-BE49-F238E27FC236}">
                <a16:creationId xmlns:a16="http://schemas.microsoft.com/office/drawing/2014/main" id="{97A6996D-16AB-FDD8-CD0D-3052F2CDBD65}"/>
              </a:ext>
            </a:extLst>
          </p:cNvPr>
          <p:cNvSpPr txBox="1"/>
          <p:nvPr/>
        </p:nvSpPr>
        <p:spPr>
          <a:xfrm>
            <a:off x="1391920" y="3166325"/>
            <a:ext cx="215096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Direct application</a:t>
            </a:r>
            <a:endParaRPr lang="fr-FR">
              <a:solidFill>
                <a:schemeClr val="tx1">
                  <a:lumMod val="75000"/>
                  <a:lumOff val="25000"/>
                </a:schemeClr>
              </a:solidFill>
            </a:endParaRPr>
          </a:p>
        </p:txBody>
      </p:sp>
      <p:sp>
        <p:nvSpPr>
          <p:cNvPr id="10" name="ZoneTexte 9">
            <a:extLst>
              <a:ext uri="{FF2B5EF4-FFF2-40B4-BE49-F238E27FC236}">
                <a16:creationId xmlns:a16="http://schemas.microsoft.com/office/drawing/2014/main" id="{B7D3C3D2-DEE8-ECF7-27D3-42DE9CBE7196}"/>
              </a:ext>
            </a:extLst>
          </p:cNvPr>
          <p:cNvSpPr txBox="1"/>
          <p:nvPr/>
        </p:nvSpPr>
        <p:spPr>
          <a:xfrm>
            <a:off x="1391920" y="3745445"/>
            <a:ext cx="215096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Short </a:t>
            </a:r>
            <a:r>
              <a:rPr lang="fr-FR" sz="1600" err="1">
                <a:solidFill>
                  <a:schemeClr val="tx1">
                    <a:lumMod val="75000"/>
                    <a:lumOff val="25000"/>
                  </a:schemeClr>
                </a:solidFill>
                <a:latin typeface="Bahnschrift"/>
              </a:rPr>
              <a:t>storage</a:t>
            </a:r>
            <a:endParaRPr lang="fr-FR" err="1">
              <a:solidFill>
                <a:schemeClr val="tx1">
                  <a:lumMod val="75000"/>
                  <a:lumOff val="25000"/>
                </a:schemeClr>
              </a:solidFill>
            </a:endParaRPr>
          </a:p>
        </p:txBody>
      </p:sp>
      <p:pic>
        <p:nvPicPr>
          <p:cNvPr id="11" name="Image 10">
            <a:extLst>
              <a:ext uri="{FF2B5EF4-FFF2-40B4-BE49-F238E27FC236}">
                <a16:creationId xmlns:a16="http://schemas.microsoft.com/office/drawing/2014/main" id="{0EAAD9CA-23AF-7EEA-5E52-BAE048C6B023}"/>
              </a:ext>
            </a:extLst>
          </p:cNvPr>
          <p:cNvPicPr>
            <a:picLocks noChangeAspect="1"/>
          </p:cNvPicPr>
          <p:nvPr/>
        </p:nvPicPr>
        <p:blipFill>
          <a:blip r:embed="rId3"/>
          <a:stretch>
            <a:fillRect/>
          </a:stretch>
        </p:blipFill>
        <p:spPr>
          <a:xfrm>
            <a:off x="1147445" y="5127625"/>
            <a:ext cx="854710" cy="697230"/>
          </a:xfrm>
          <a:prstGeom prst="rect">
            <a:avLst/>
          </a:prstGeom>
        </p:spPr>
      </p:pic>
      <p:pic>
        <p:nvPicPr>
          <p:cNvPr id="12" name="Image 11">
            <a:extLst>
              <a:ext uri="{FF2B5EF4-FFF2-40B4-BE49-F238E27FC236}">
                <a16:creationId xmlns:a16="http://schemas.microsoft.com/office/drawing/2014/main" id="{8F01B04F-2103-FDE0-9D7E-B5CA47D2AB5E}"/>
              </a:ext>
            </a:extLst>
          </p:cNvPr>
          <p:cNvPicPr>
            <a:picLocks noChangeAspect="1"/>
          </p:cNvPicPr>
          <p:nvPr/>
        </p:nvPicPr>
        <p:blipFill>
          <a:blip r:embed="rId4"/>
          <a:stretch>
            <a:fillRect/>
          </a:stretch>
        </p:blipFill>
        <p:spPr>
          <a:xfrm>
            <a:off x="1913573" y="4431665"/>
            <a:ext cx="1263015" cy="687070"/>
          </a:xfrm>
          <a:prstGeom prst="rect">
            <a:avLst/>
          </a:prstGeom>
        </p:spPr>
      </p:pic>
      <p:pic>
        <p:nvPicPr>
          <p:cNvPr id="15" name="Image 14">
            <a:extLst>
              <a:ext uri="{FF2B5EF4-FFF2-40B4-BE49-F238E27FC236}">
                <a16:creationId xmlns:a16="http://schemas.microsoft.com/office/drawing/2014/main" id="{6D9E7A34-9956-A54E-B3A2-BBEFFB876F08}"/>
              </a:ext>
            </a:extLst>
          </p:cNvPr>
          <p:cNvPicPr>
            <a:picLocks noChangeAspect="1"/>
          </p:cNvPicPr>
          <p:nvPr/>
        </p:nvPicPr>
        <p:blipFill>
          <a:blip r:embed="rId5"/>
          <a:stretch>
            <a:fillRect/>
          </a:stretch>
        </p:blipFill>
        <p:spPr>
          <a:xfrm>
            <a:off x="8467407" y="4563428"/>
            <a:ext cx="1251585" cy="565785"/>
          </a:xfrm>
          <a:prstGeom prst="rect">
            <a:avLst/>
          </a:prstGeom>
        </p:spPr>
      </p:pic>
      <p:pic>
        <p:nvPicPr>
          <p:cNvPr id="19" name="Image 18">
            <a:extLst>
              <a:ext uri="{FF2B5EF4-FFF2-40B4-BE49-F238E27FC236}">
                <a16:creationId xmlns:a16="http://schemas.microsoft.com/office/drawing/2014/main" id="{0DC2DFCD-7F26-137B-8FC1-215399232174}"/>
              </a:ext>
            </a:extLst>
          </p:cNvPr>
          <p:cNvPicPr>
            <a:picLocks noChangeAspect="1"/>
          </p:cNvPicPr>
          <p:nvPr/>
        </p:nvPicPr>
        <p:blipFill>
          <a:blip r:embed="rId6"/>
          <a:stretch>
            <a:fillRect/>
          </a:stretch>
        </p:blipFill>
        <p:spPr>
          <a:xfrm>
            <a:off x="9620885" y="5180647"/>
            <a:ext cx="1616710" cy="570865"/>
          </a:xfrm>
          <a:prstGeom prst="rect">
            <a:avLst/>
          </a:prstGeom>
        </p:spPr>
      </p:pic>
      <p:sp>
        <p:nvSpPr>
          <p:cNvPr id="22" name="ZoneTexte 21">
            <a:extLst>
              <a:ext uri="{FF2B5EF4-FFF2-40B4-BE49-F238E27FC236}">
                <a16:creationId xmlns:a16="http://schemas.microsoft.com/office/drawing/2014/main" id="{51C12040-5C9F-8A1A-C1AE-E459E78BA2EC}"/>
              </a:ext>
            </a:extLst>
          </p:cNvPr>
          <p:cNvSpPr txBox="1"/>
          <p:nvPr/>
        </p:nvSpPr>
        <p:spPr>
          <a:xfrm>
            <a:off x="8243246" y="5432005"/>
            <a:ext cx="1632802" cy="584775"/>
          </a:xfrm>
          <a:prstGeom prst="rect">
            <a:avLst/>
          </a:prstGeom>
          <a:noFill/>
        </p:spPr>
        <p:txBody>
          <a:bodyPr wrap="square" lIns="91440" tIns="45720" rIns="91440" bIns="45720" rtlCol="0" anchor="t">
            <a:spAutoFit/>
          </a:bodyPr>
          <a:lstStyle/>
          <a:p>
            <a:r>
              <a:rPr lang="fr-FR" sz="1600">
                <a:solidFill>
                  <a:schemeClr val="tx1">
                    <a:lumMod val="75000"/>
                    <a:lumOff val="25000"/>
                  </a:schemeClr>
                </a:solidFill>
                <a:latin typeface="Bahnschrift"/>
              </a:rPr>
              <a:t>Complete </a:t>
            </a:r>
            <a:r>
              <a:rPr lang="fr-FR" sz="1600" err="1">
                <a:solidFill>
                  <a:schemeClr val="tx1">
                    <a:lumMod val="75000"/>
                    <a:lumOff val="25000"/>
                  </a:schemeClr>
                </a:solidFill>
                <a:latin typeface="Bahnschrift"/>
              </a:rPr>
              <a:t>composting</a:t>
            </a:r>
            <a:endParaRPr lang="fr-FR" sz="1600">
              <a:solidFill>
                <a:schemeClr val="tx1">
                  <a:lumMod val="75000"/>
                  <a:lumOff val="25000"/>
                </a:schemeClr>
              </a:solidFill>
              <a:ea typeface="Calibri"/>
              <a:cs typeface="Calibri"/>
            </a:endParaRPr>
          </a:p>
        </p:txBody>
      </p:sp>
      <p:sp>
        <p:nvSpPr>
          <p:cNvPr id="25" name="ZoneTexte 24">
            <a:extLst>
              <a:ext uri="{FF2B5EF4-FFF2-40B4-BE49-F238E27FC236}">
                <a16:creationId xmlns:a16="http://schemas.microsoft.com/office/drawing/2014/main" id="{927BEB3A-0D66-0631-A9BA-F64F13C39449}"/>
              </a:ext>
            </a:extLst>
          </p:cNvPr>
          <p:cNvSpPr txBox="1"/>
          <p:nvPr/>
        </p:nvSpPr>
        <p:spPr>
          <a:xfrm>
            <a:off x="4920926" y="5604725"/>
            <a:ext cx="941922" cy="584775"/>
          </a:xfrm>
          <a:prstGeom prst="rect">
            <a:avLst/>
          </a:prstGeom>
          <a:noFill/>
        </p:spPr>
        <p:txBody>
          <a:bodyPr wrap="square" lIns="91440" tIns="45720" rIns="91440" bIns="45720" rtlCol="0" anchor="t">
            <a:spAutoFit/>
          </a:bodyPr>
          <a:lstStyle/>
          <a:p>
            <a:r>
              <a:rPr lang="fr-FR" sz="1600">
                <a:solidFill>
                  <a:schemeClr val="tx1">
                    <a:lumMod val="75000"/>
                    <a:lumOff val="25000"/>
                  </a:schemeClr>
                </a:solidFill>
                <a:latin typeface="Bahnschrift"/>
              </a:rPr>
              <a:t>Short </a:t>
            </a:r>
            <a:r>
              <a:rPr lang="fr-FR" sz="1600" err="1">
                <a:solidFill>
                  <a:schemeClr val="tx1">
                    <a:lumMod val="75000"/>
                    <a:lumOff val="25000"/>
                  </a:schemeClr>
                </a:solidFill>
                <a:latin typeface="Bahnschrift"/>
              </a:rPr>
              <a:t>storage</a:t>
            </a:r>
          </a:p>
        </p:txBody>
      </p:sp>
      <p:sp>
        <p:nvSpPr>
          <p:cNvPr id="29" name="ZoneTexte 28">
            <a:extLst>
              <a:ext uri="{FF2B5EF4-FFF2-40B4-BE49-F238E27FC236}">
                <a16:creationId xmlns:a16="http://schemas.microsoft.com/office/drawing/2014/main" id="{427C1BCF-DCC5-3474-81DD-CA1C530FDB0A}"/>
              </a:ext>
            </a:extLst>
          </p:cNvPr>
          <p:cNvSpPr txBox="1"/>
          <p:nvPr/>
        </p:nvSpPr>
        <p:spPr>
          <a:xfrm>
            <a:off x="1395406" y="5889205"/>
            <a:ext cx="1886802" cy="338554"/>
          </a:xfrm>
          <a:prstGeom prst="rect">
            <a:avLst/>
          </a:prstGeom>
          <a:noFill/>
        </p:spPr>
        <p:txBody>
          <a:bodyPr wrap="square" lIns="91440" tIns="45720" rIns="91440" bIns="45720" rtlCol="0" anchor="t">
            <a:spAutoFit/>
          </a:bodyPr>
          <a:lstStyle/>
          <a:p>
            <a:r>
              <a:rPr lang="fr-FR" sz="1600">
                <a:solidFill>
                  <a:schemeClr val="tx1">
                    <a:lumMod val="75000"/>
                    <a:lumOff val="25000"/>
                  </a:schemeClr>
                </a:solidFill>
                <a:latin typeface="Bahnschrift"/>
              </a:rPr>
              <a:t>Direct application</a:t>
            </a:r>
            <a:endParaRPr lang="fr-FR">
              <a:solidFill>
                <a:schemeClr val="tx1">
                  <a:lumMod val="75000"/>
                  <a:lumOff val="25000"/>
                </a:schemeClr>
              </a:solidFill>
            </a:endParaRPr>
          </a:p>
        </p:txBody>
      </p:sp>
      <p:pic>
        <p:nvPicPr>
          <p:cNvPr id="30" name="Image 29" descr="Une image contenant roue, capture d’écran, pneu&#10;&#10;Le contenu généré par l’IA peut être incorrect.">
            <a:extLst>
              <a:ext uri="{FF2B5EF4-FFF2-40B4-BE49-F238E27FC236}">
                <a16:creationId xmlns:a16="http://schemas.microsoft.com/office/drawing/2014/main" id="{9DDFEE71-3ECE-D38B-3108-1D57AB016843}"/>
              </a:ext>
            </a:extLst>
          </p:cNvPr>
          <p:cNvPicPr>
            <a:picLocks noChangeAspect="1"/>
          </p:cNvPicPr>
          <p:nvPr/>
        </p:nvPicPr>
        <p:blipFill>
          <a:blip r:embed="rId6"/>
          <a:stretch>
            <a:fillRect/>
          </a:stretch>
        </p:blipFill>
        <p:spPr>
          <a:xfrm>
            <a:off x="3148964" y="5688646"/>
            <a:ext cx="1616710" cy="570865"/>
          </a:xfrm>
          <a:prstGeom prst="rect">
            <a:avLst/>
          </a:prstGeom>
        </p:spPr>
      </p:pic>
      <p:pic>
        <p:nvPicPr>
          <p:cNvPr id="31" name="Image 30" descr="Une image contenant roue, capture d’écran, pneu&#10;&#10;Le contenu généré par l’IA peut être incorrect.">
            <a:extLst>
              <a:ext uri="{FF2B5EF4-FFF2-40B4-BE49-F238E27FC236}">
                <a16:creationId xmlns:a16="http://schemas.microsoft.com/office/drawing/2014/main" id="{E545B1D0-BAB5-5E62-F3C3-786EB3CA5738}"/>
              </a:ext>
            </a:extLst>
          </p:cNvPr>
          <p:cNvPicPr>
            <a:picLocks noChangeAspect="1"/>
          </p:cNvPicPr>
          <p:nvPr/>
        </p:nvPicPr>
        <p:blipFill>
          <a:blip r:embed="rId6"/>
          <a:stretch>
            <a:fillRect/>
          </a:stretch>
        </p:blipFill>
        <p:spPr>
          <a:xfrm>
            <a:off x="5871843" y="5485445"/>
            <a:ext cx="1616710" cy="570865"/>
          </a:xfrm>
          <a:prstGeom prst="rect">
            <a:avLst/>
          </a:prstGeom>
        </p:spPr>
      </p:pic>
      <p:sp>
        <p:nvSpPr>
          <p:cNvPr id="38" name="ZoneTexte 37">
            <a:extLst>
              <a:ext uri="{FF2B5EF4-FFF2-40B4-BE49-F238E27FC236}">
                <a16:creationId xmlns:a16="http://schemas.microsoft.com/office/drawing/2014/main" id="{B8B7A80C-EC43-5360-26B9-DAFC43901010}"/>
              </a:ext>
            </a:extLst>
          </p:cNvPr>
          <p:cNvSpPr txBox="1"/>
          <p:nvPr/>
        </p:nvSpPr>
        <p:spPr>
          <a:xfrm>
            <a:off x="4270686" y="2119845"/>
            <a:ext cx="2384642" cy="338554"/>
          </a:xfrm>
          <a:prstGeom prst="rect">
            <a:avLst/>
          </a:prstGeom>
          <a:noFill/>
        </p:spPr>
        <p:txBody>
          <a:bodyPr wrap="square" lIns="91440" tIns="45720" rIns="91440" bIns="45720" rtlCol="0" anchor="t">
            <a:spAutoFit/>
          </a:bodyPr>
          <a:lstStyle/>
          <a:p>
            <a:r>
              <a:rPr lang="fr-FR" sz="1600">
                <a:solidFill>
                  <a:schemeClr val="tx1">
                    <a:lumMod val="75000"/>
                    <a:lumOff val="25000"/>
                  </a:schemeClr>
                </a:solidFill>
                <a:latin typeface="Bahnschrift"/>
              </a:rPr>
              <a:t>Storage </a:t>
            </a:r>
            <a:r>
              <a:rPr lang="fr-FR" sz="1600" err="1">
                <a:solidFill>
                  <a:schemeClr val="tx1">
                    <a:lumMod val="75000"/>
                    <a:lumOff val="25000"/>
                  </a:schemeClr>
                </a:solidFill>
                <a:latin typeface="Bahnschrift"/>
              </a:rPr>
              <a:t>emissions</a:t>
            </a:r>
            <a:endParaRPr lang="fr-FR" err="1">
              <a:solidFill>
                <a:schemeClr val="tx1">
                  <a:lumMod val="75000"/>
                  <a:lumOff val="25000"/>
                </a:schemeClr>
              </a:solidFill>
            </a:endParaRPr>
          </a:p>
        </p:txBody>
      </p:sp>
      <p:sp>
        <p:nvSpPr>
          <p:cNvPr id="40" name="ZoneTexte 39">
            <a:extLst>
              <a:ext uri="{FF2B5EF4-FFF2-40B4-BE49-F238E27FC236}">
                <a16:creationId xmlns:a16="http://schemas.microsoft.com/office/drawing/2014/main" id="{E7CE5ED4-4442-DA46-2B28-394A36FAD1F2}"/>
              </a:ext>
            </a:extLst>
          </p:cNvPr>
          <p:cNvSpPr txBox="1"/>
          <p:nvPr/>
        </p:nvSpPr>
        <p:spPr>
          <a:xfrm>
            <a:off x="7044366" y="2119845"/>
            <a:ext cx="2384642" cy="338554"/>
          </a:xfrm>
          <a:prstGeom prst="rect">
            <a:avLst/>
          </a:prstGeom>
          <a:noFill/>
        </p:spPr>
        <p:txBody>
          <a:bodyPr wrap="square" lIns="91440" tIns="45720" rIns="91440" bIns="45720" rtlCol="0" anchor="t">
            <a:spAutoFit/>
          </a:bodyPr>
          <a:lstStyle/>
          <a:p>
            <a:r>
              <a:rPr lang="fr-FR" sz="1600">
                <a:solidFill>
                  <a:schemeClr val="tx1">
                    <a:lumMod val="75000"/>
                    <a:lumOff val="25000"/>
                  </a:schemeClr>
                </a:solidFill>
                <a:latin typeface="Bahnschrift"/>
              </a:rPr>
              <a:t>Stabilisation</a:t>
            </a:r>
            <a:endParaRPr lang="fr-FR" err="1">
              <a:solidFill>
                <a:schemeClr val="tx1">
                  <a:lumMod val="75000"/>
                  <a:lumOff val="25000"/>
                </a:schemeClr>
              </a:solidFill>
            </a:endParaRPr>
          </a:p>
        </p:txBody>
      </p:sp>
      <p:sp>
        <p:nvSpPr>
          <p:cNvPr id="42" name="ZoneTexte 41">
            <a:extLst>
              <a:ext uri="{FF2B5EF4-FFF2-40B4-BE49-F238E27FC236}">
                <a16:creationId xmlns:a16="http://schemas.microsoft.com/office/drawing/2014/main" id="{050203C6-FB68-D085-067C-F7BFB6CCB9EA}"/>
              </a:ext>
            </a:extLst>
          </p:cNvPr>
          <p:cNvSpPr txBox="1"/>
          <p:nvPr/>
        </p:nvSpPr>
        <p:spPr>
          <a:xfrm>
            <a:off x="9218606" y="2119845"/>
            <a:ext cx="2384642" cy="338554"/>
          </a:xfrm>
          <a:prstGeom prst="rect">
            <a:avLst/>
          </a:prstGeom>
          <a:noFill/>
        </p:spPr>
        <p:txBody>
          <a:bodyPr wrap="square" lIns="91440" tIns="45720" rIns="91440" bIns="45720" rtlCol="0" anchor="t">
            <a:spAutoFit/>
          </a:bodyPr>
          <a:lstStyle/>
          <a:p>
            <a:r>
              <a:rPr lang="fr-FR" sz="1600">
                <a:solidFill>
                  <a:schemeClr val="tx1">
                    <a:lumMod val="75000"/>
                    <a:lumOff val="25000"/>
                  </a:schemeClr>
                </a:solidFill>
                <a:latin typeface="Bahnschrift"/>
              </a:rPr>
              <a:t>Field </a:t>
            </a:r>
            <a:r>
              <a:rPr lang="fr-FR" sz="1600" err="1">
                <a:solidFill>
                  <a:schemeClr val="tx1">
                    <a:lumMod val="75000"/>
                    <a:lumOff val="25000"/>
                  </a:schemeClr>
                </a:solidFill>
                <a:latin typeface="Bahnschrift"/>
              </a:rPr>
              <a:t>emissions</a:t>
            </a:r>
          </a:p>
        </p:txBody>
      </p:sp>
      <p:sp>
        <p:nvSpPr>
          <p:cNvPr id="49" name="ZoneTexte 48">
            <a:extLst>
              <a:ext uri="{FF2B5EF4-FFF2-40B4-BE49-F238E27FC236}">
                <a16:creationId xmlns:a16="http://schemas.microsoft.com/office/drawing/2014/main" id="{38B2D1C4-C0F3-D0F3-18D0-EBEC37452D0F}"/>
              </a:ext>
            </a:extLst>
          </p:cNvPr>
          <p:cNvSpPr txBox="1"/>
          <p:nvPr/>
        </p:nvSpPr>
        <p:spPr>
          <a:xfrm>
            <a:off x="4119880" y="257704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sp>
        <p:nvSpPr>
          <p:cNvPr id="52" name="ZoneTexte 51">
            <a:extLst>
              <a:ext uri="{FF2B5EF4-FFF2-40B4-BE49-F238E27FC236}">
                <a16:creationId xmlns:a16="http://schemas.microsoft.com/office/drawing/2014/main" id="{12D70D40-7587-4AD0-8C73-B25584BE6D27}"/>
              </a:ext>
            </a:extLst>
          </p:cNvPr>
          <p:cNvSpPr txBox="1"/>
          <p:nvPr/>
        </p:nvSpPr>
        <p:spPr>
          <a:xfrm>
            <a:off x="6487160" y="257704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sp>
        <p:nvSpPr>
          <p:cNvPr id="54" name="ZoneTexte 53">
            <a:extLst>
              <a:ext uri="{FF2B5EF4-FFF2-40B4-BE49-F238E27FC236}">
                <a16:creationId xmlns:a16="http://schemas.microsoft.com/office/drawing/2014/main" id="{1532995A-2396-5972-FD40-F567B0AB6E08}"/>
              </a:ext>
            </a:extLst>
          </p:cNvPr>
          <p:cNvSpPr txBox="1"/>
          <p:nvPr/>
        </p:nvSpPr>
        <p:spPr>
          <a:xfrm>
            <a:off x="8874760" y="316632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sp>
        <p:nvSpPr>
          <p:cNvPr id="56" name="ZoneTexte 55">
            <a:extLst>
              <a:ext uri="{FF2B5EF4-FFF2-40B4-BE49-F238E27FC236}">
                <a16:creationId xmlns:a16="http://schemas.microsoft.com/office/drawing/2014/main" id="{BB7974E6-1265-698B-A48F-E97888923CE0}"/>
              </a:ext>
            </a:extLst>
          </p:cNvPr>
          <p:cNvSpPr txBox="1"/>
          <p:nvPr/>
        </p:nvSpPr>
        <p:spPr>
          <a:xfrm>
            <a:off x="8864600" y="257704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0</a:t>
            </a:r>
            <a:endParaRPr lang="fr-FR"/>
          </a:p>
        </p:txBody>
      </p:sp>
      <p:sp>
        <p:nvSpPr>
          <p:cNvPr id="58" name="ZoneTexte 57">
            <a:extLst>
              <a:ext uri="{FF2B5EF4-FFF2-40B4-BE49-F238E27FC236}">
                <a16:creationId xmlns:a16="http://schemas.microsoft.com/office/drawing/2014/main" id="{577E14DA-57B5-ECD9-F974-71F8BB72E46F}"/>
              </a:ext>
            </a:extLst>
          </p:cNvPr>
          <p:cNvSpPr txBox="1"/>
          <p:nvPr/>
        </p:nvSpPr>
        <p:spPr>
          <a:xfrm>
            <a:off x="6497320" y="317648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sp>
        <p:nvSpPr>
          <p:cNvPr id="60" name="ZoneTexte 59">
            <a:extLst>
              <a:ext uri="{FF2B5EF4-FFF2-40B4-BE49-F238E27FC236}">
                <a16:creationId xmlns:a16="http://schemas.microsoft.com/office/drawing/2014/main" id="{B8234EA4-060E-907B-57D5-D82B36D215DD}"/>
              </a:ext>
            </a:extLst>
          </p:cNvPr>
          <p:cNvSpPr txBox="1"/>
          <p:nvPr/>
        </p:nvSpPr>
        <p:spPr>
          <a:xfrm>
            <a:off x="4119880" y="316632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0</a:t>
            </a:r>
            <a:endParaRPr lang="fr-FR"/>
          </a:p>
        </p:txBody>
      </p:sp>
      <p:sp>
        <p:nvSpPr>
          <p:cNvPr id="64" name="ZoneTexte 63">
            <a:extLst>
              <a:ext uri="{FF2B5EF4-FFF2-40B4-BE49-F238E27FC236}">
                <a16:creationId xmlns:a16="http://schemas.microsoft.com/office/drawing/2014/main" id="{A027DDD2-A483-B393-CAF0-AE585A878C33}"/>
              </a:ext>
            </a:extLst>
          </p:cNvPr>
          <p:cNvSpPr txBox="1"/>
          <p:nvPr/>
        </p:nvSpPr>
        <p:spPr>
          <a:xfrm>
            <a:off x="6497320" y="375560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sp>
        <p:nvSpPr>
          <p:cNvPr id="66" name="ZoneTexte 65">
            <a:extLst>
              <a:ext uri="{FF2B5EF4-FFF2-40B4-BE49-F238E27FC236}">
                <a16:creationId xmlns:a16="http://schemas.microsoft.com/office/drawing/2014/main" id="{DF8478CE-F39E-910B-4B18-325C15580495}"/>
              </a:ext>
            </a:extLst>
          </p:cNvPr>
          <p:cNvSpPr txBox="1"/>
          <p:nvPr/>
        </p:nvSpPr>
        <p:spPr>
          <a:xfrm>
            <a:off x="4109720" y="374544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sp>
        <p:nvSpPr>
          <p:cNvPr id="68" name="ZoneTexte 67">
            <a:extLst>
              <a:ext uri="{FF2B5EF4-FFF2-40B4-BE49-F238E27FC236}">
                <a16:creationId xmlns:a16="http://schemas.microsoft.com/office/drawing/2014/main" id="{53C41D95-5DFA-8182-995D-654A43798E7F}"/>
              </a:ext>
            </a:extLst>
          </p:cNvPr>
          <p:cNvSpPr txBox="1"/>
          <p:nvPr/>
        </p:nvSpPr>
        <p:spPr>
          <a:xfrm>
            <a:off x="8874760" y="3755605"/>
            <a:ext cx="2384642" cy="338554"/>
          </a:xfrm>
          <a:prstGeom prst="rect">
            <a:avLst/>
          </a:prstGeom>
          <a:noFill/>
        </p:spPr>
        <p:txBody>
          <a:bodyPr wrap="square" lIns="91440" tIns="45720" rIns="91440" bIns="45720" rtlCol="0" anchor="t">
            <a:spAutoFit/>
          </a:bodyPr>
          <a:lstStyle/>
          <a:p>
            <a:pPr algn="ctr"/>
            <a:r>
              <a:rPr lang="fr-FR" sz="1600">
                <a:solidFill>
                  <a:schemeClr val="tx1">
                    <a:lumMod val="75000"/>
                    <a:lumOff val="25000"/>
                  </a:schemeClr>
                </a:solidFill>
                <a:latin typeface="Bahnschrift"/>
              </a:rPr>
              <a:t>?</a:t>
            </a:r>
            <a:endParaRPr lang="fr-FR"/>
          </a:p>
        </p:txBody>
      </p:sp>
      <p:pic>
        <p:nvPicPr>
          <p:cNvPr id="72" name="Image 71">
            <a:extLst>
              <a:ext uri="{FF2B5EF4-FFF2-40B4-BE49-F238E27FC236}">
                <a16:creationId xmlns:a16="http://schemas.microsoft.com/office/drawing/2014/main" id="{C5031CD3-42F5-6FE1-AAE5-A38B6C7A7C0F}"/>
              </a:ext>
            </a:extLst>
          </p:cNvPr>
          <p:cNvPicPr>
            <a:picLocks noChangeAspect="1"/>
          </p:cNvPicPr>
          <p:nvPr/>
        </p:nvPicPr>
        <p:blipFill>
          <a:blip r:embed="rId4"/>
          <a:stretch>
            <a:fillRect/>
          </a:stretch>
        </p:blipFill>
        <p:spPr>
          <a:xfrm>
            <a:off x="4924562" y="4449808"/>
            <a:ext cx="1263015" cy="687070"/>
          </a:xfrm>
          <a:prstGeom prst="rect">
            <a:avLst/>
          </a:prstGeom>
        </p:spPr>
      </p:pic>
    </p:spTree>
    <p:extLst>
      <p:ext uri="{BB962C8B-B14F-4D97-AF65-F5344CB8AC3E}">
        <p14:creationId xmlns:p14="http://schemas.microsoft.com/office/powerpoint/2010/main" val="370053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22" grpId="0"/>
      <p:bldP spid="25" grpId="0"/>
      <p:bldP spid="29" grpId="0"/>
      <p:bldP spid="38" grpId="0"/>
      <p:bldP spid="40" grpId="0"/>
      <p:bldP spid="42" grpId="0"/>
      <p:bldP spid="49" grpId="0"/>
      <p:bldP spid="52" grpId="0"/>
      <p:bldP spid="54" grpId="0"/>
      <p:bldP spid="56" grpId="0"/>
      <p:bldP spid="58" grpId="0"/>
      <p:bldP spid="60" grpId="0"/>
      <p:bldP spid="64" grpId="0"/>
      <p:bldP spid="66" grpId="0"/>
      <p:bldP spid="6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D875C35D-886F-FC49-8628-60CCC9457E08}"/>
              </a:ext>
            </a:extLst>
          </p:cNvPr>
          <p:cNvSpPr txBox="1"/>
          <p:nvPr/>
        </p:nvSpPr>
        <p:spPr>
          <a:xfrm>
            <a:off x="1649406" y="2648165"/>
            <a:ext cx="7119202" cy="1692771"/>
          </a:xfrm>
          <a:prstGeom prst="rect">
            <a:avLst/>
          </a:prstGeom>
          <a:noFill/>
          <a:ln>
            <a:solidFill>
              <a:schemeClr val="accent4">
                <a:lumMod val="75000"/>
              </a:schemeClr>
            </a:solidFill>
          </a:ln>
        </p:spPr>
        <p:txBody>
          <a:bodyPr wrap="square" lIns="91440" tIns="45720" rIns="91440" bIns="45720" rtlCol="0" anchor="t">
            <a:spAutoFit/>
          </a:bodyPr>
          <a:lstStyle/>
          <a:p>
            <a:pPr marL="640080" indent="-640080"/>
            <a:r>
              <a:rPr lang="en-US" sz="4000">
                <a:solidFill>
                  <a:schemeClr val="tx1">
                    <a:lumMod val="75000"/>
                    <a:lumOff val="25000"/>
                  </a:schemeClr>
                </a:solidFill>
                <a:latin typeface="Bahnschrift"/>
              </a:rPr>
              <a:t>→</a:t>
            </a:r>
            <a:r>
              <a:rPr lang="en-US">
                <a:solidFill>
                  <a:schemeClr val="tx1">
                    <a:lumMod val="75000"/>
                    <a:lumOff val="25000"/>
                  </a:schemeClr>
                </a:solidFill>
                <a:latin typeface="Bahnschrift"/>
              </a:rPr>
              <a:t>  </a:t>
            </a:r>
            <a:r>
              <a:rPr lang="en-US" sz="3200" b="0" i="0">
                <a:solidFill>
                  <a:schemeClr val="tx1">
                    <a:lumMod val="75000"/>
                    <a:lumOff val="25000"/>
                  </a:schemeClr>
                </a:solidFill>
                <a:effectLst/>
                <a:latin typeface="Bahnschrift"/>
              </a:rPr>
              <a:t>A generic composting model</a:t>
            </a:r>
            <a:r>
              <a:rPr lang="en-US" sz="3200">
                <a:solidFill>
                  <a:schemeClr val="tx1">
                    <a:lumMod val="75000"/>
                    <a:lumOff val="25000"/>
                  </a:schemeClr>
                </a:solidFill>
                <a:latin typeface="Bahnschrift"/>
              </a:rPr>
              <a:t> to address a range of various situations </a:t>
            </a:r>
            <a:endParaRPr lang="en-US">
              <a:solidFill>
                <a:schemeClr val="tx1">
                  <a:lumMod val="75000"/>
                  <a:lumOff val="25000"/>
                </a:schemeClr>
              </a:solidFill>
            </a:endParaRPr>
          </a:p>
        </p:txBody>
      </p:sp>
      <p:sp>
        <p:nvSpPr>
          <p:cNvPr id="17" name="Rectangle 16">
            <a:extLst>
              <a:ext uri="{FF2B5EF4-FFF2-40B4-BE49-F238E27FC236}">
                <a16:creationId xmlns:a16="http://schemas.microsoft.com/office/drawing/2014/main" id="{D87F10B6-F946-4078-8028-1B7CAAED567F}"/>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1">
            <a:extLst>
              <a:ext uri="{FF2B5EF4-FFF2-40B4-BE49-F238E27FC236}">
                <a16:creationId xmlns:a16="http://schemas.microsoft.com/office/drawing/2014/main" id="{07F9F644-BFD8-4D65-B0CC-89DE4BD459E0}"/>
              </a:ext>
            </a:extLst>
          </p:cNvPr>
          <p:cNvSpPr txBox="1">
            <a:spLocks/>
          </p:cNvSpPr>
          <p:nvPr/>
        </p:nvSpPr>
        <p:spPr>
          <a:xfrm>
            <a:off x="203728" y="-256401"/>
            <a:ext cx="1049528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434343"/>
                </a:solidFill>
                <a:latin typeface="Bahnschrift SemiBold Condensed"/>
              </a:rPr>
              <a:t>Part I</a:t>
            </a:r>
            <a:r>
              <a:rPr lang="fr-FR">
                <a:solidFill>
                  <a:srgbClr val="000000"/>
                </a:solidFill>
                <a:latin typeface="Calibri Light"/>
                <a:ea typeface="Calibri Light"/>
                <a:cs typeface="Calibri Light"/>
              </a:rPr>
              <a:t>: </a:t>
            </a:r>
            <a:r>
              <a:rPr lang="fr-FR" err="1">
                <a:solidFill>
                  <a:srgbClr val="434343"/>
                </a:solidFill>
                <a:latin typeface="Bahnschrift SemiBold Condensed"/>
              </a:rPr>
              <a:t>generic</a:t>
            </a:r>
            <a:r>
              <a:rPr lang="fr-FR">
                <a:solidFill>
                  <a:srgbClr val="434343"/>
                </a:solidFill>
                <a:latin typeface="Bahnschrift SemiBold Condensed"/>
              </a:rPr>
              <a:t> </a:t>
            </a:r>
            <a:r>
              <a:rPr lang="fr-FR" err="1">
                <a:solidFill>
                  <a:srgbClr val="434343"/>
                </a:solidFill>
                <a:latin typeface="Bahnschrift SemiBold Condensed"/>
              </a:rPr>
              <a:t>composting</a:t>
            </a:r>
            <a:r>
              <a:rPr lang="fr-FR">
                <a:solidFill>
                  <a:srgbClr val="434343"/>
                </a:solidFill>
                <a:latin typeface="Bahnschrift SemiBold Condensed"/>
              </a:rPr>
              <a:t> model</a:t>
            </a:r>
          </a:p>
        </p:txBody>
      </p:sp>
      <p:sp>
        <p:nvSpPr>
          <p:cNvPr id="18" name="Rectangle 17">
            <a:extLst>
              <a:ext uri="{FF2B5EF4-FFF2-40B4-BE49-F238E27FC236}">
                <a16:creationId xmlns:a16="http://schemas.microsoft.com/office/drawing/2014/main" id="{3E86F989-FB1D-4C36-AB56-EE10450DE4ED}"/>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space réservé du numéro de diapositive 27">
            <a:extLst>
              <a:ext uri="{FF2B5EF4-FFF2-40B4-BE49-F238E27FC236}">
                <a16:creationId xmlns:a16="http://schemas.microsoft.com/office/drawing/2014/main" id="{2CC0804C-ACFA-47F5-A9BB-06ACE4F0740E}"/>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3</a:t>
            </a:fld>
            <a:endParaRPr lang="fr-FR" sz="1400">
              <a:latin typeface="Bahnschrift Light" panose="020B0502040204020203" pitchFamily="34" charset="0"/>
            </a:endParaRPr>
          </a:p>
        </p:txBody>
      </p:sp>
      <p:sp>
        <p:nvSpPr>
          <p:cNvPr id="24" name="ZoneTexte 23">
            <a:extLst>
              <a:ext uri="{FF2B5EF4-FFF2-40B4-BE49-F238E27FC236}">
                <a16:creationId xmlns:a16="http://schemas.microsoft.com/office/drawing/2014/main" id="{236203D3-F15E-4397-AB39-579571DD69BC}"/>
              </a:ext>
            </a:extLst>
          </p:cNvPr>
          <p:cNvSpPr txBox="1"/>
          <p:nvPr/>
        </p:nvSpPr>
        <p:spPr>
          <a:xfrm>
            <a:off x="638175" y="892709"/>
            <a:ext cx="11124616" cy="1569660"/>
          </a:xfrm>
          <a:prstGeom prst="rect">
            <a:avLst/>
          </a:prstGeom>
          <a:noFill/>
        </p:spPr>
        <p:txBody>
          <a:bodyPr wrap="square" lIns="91440" tIns="45720" rIns="91440" bIns="45720" rtlCol="0" anchor="t">
            <a:spAutoFit/>
          </a:bodyPr>
          <a:lstStyle/>
          <a:p>
            <a:pPr algn="ctr"/>
            <a:r>
              <a:rPr lang="en-US" sz="3200">
                <a:solidFill>
                  <a:schemeClr val="tx1">
                    <a:lumMod val="75000"/>
                    <a:lumOff val="25000"/>
                  </a:schemeClr>
                </a:solidFill>
                <a:latin typeface="Bahnschrift Light"/>
              </a:rPr>
              <a:t>For a given farm system, what is the impact of manure storage practices on greenhouse gas emissions and on solid manure stability?</a:t>
            </a:r>
            <a:endParaRPr lang="fr-FR" sz="3200">
              <a:solidFill>
                <a:schemeClr val="tx1">
                  <a:lumMod val="75000"/>
                  <a:lumOff val="25000"/>
                </a:schemeClr>
              </a:solidFill>
              <a:latin typeface="Bahnschrift Light"/>
            </a:endParaRPr>
          </a:p>
        </p:txBody>
      </p:sp>
      <p:sp>
        <p:nvSpPr>
          <p:cNvPr id="11" name="ZoneTexte 10">
            <a:extLst>
              <a:ext uri="{FF2B5EF4-FFF2-40B4-BE49-F238E27FC236}">
                <a16:creationId xmlns:a16="http://schemas.microsoft.com/office/drawing/2014/main" id="{63A70255-9A00-41ED-B9CA-3045765092C7}"/>
              </a:ext>
            </a:extLst>
          </p:cNvPr>
          <p:cNvSpPr txBox="1"/>
          <p:nvPr/>
        </p:nvSpPr>
        <p:spPr>
          <a:xfrm>
            <a:off x="1639246" y="2648165"/>
            <a:ext cx="7119202" cy="1692771"/>
          </a:xfrm>
          <a:prstGeom prst="rect">
            <a:avLst/>
          </a:prstGeom>
          <a:noFill/>
        </p:spPr>
        <p:txBody>
          <a:bodyPr wrap="square" lIns="91440" tIns="45720" rIns="91440" bIns="45720" rtlCol="0" anchor="t">
            <a:spAutoFit/>
          </a:bodyPr>
          <a:lstStyle/>
          <a:p>
            <a:pPr marL="640080" indent="-640080"/>
            <a:r>
              <a:rPr lang="en-US" sz="4000">
                <a:solidFill>
                  <a:schemeClr val="tx1">
                    <a:lumMod val="75000"/>
                    <a:lumOff val="25000"/>
                  </a:schemeClr>
                </a:solidFill>
                <a:latin typeface="Bahnschrift"/>
              </a:rPr>
              <a:t>→</a:t>
            </a:r>
            <a:r>
              <a:rPr lang="en-US">
                <a:solidFill>
                  <a:schemeClr val="tx1">
                    <a:lumMod val="75000"/>
                    <a:lumOff val="25000"/>
                  </a:schemeClr>
                </a:solidFill>
                <a:latin typeface="Bahnschrift"/>
              </a:rPr>
              <a:t> </a:t>
            </a:r>
            <a:r>
              <a:rPr lang="en-US" sz="1800">
                <a:solidFill>
                  <a:schemeClr val="tx1">
                    <a:lumMod val="75000"/>
                    <a:lumOff val="25000"/>
                  </a:schemeClr>
                </a:solidFill>
                <a:latin typeface="Bahnschrift"/>
              </a:rPr>
              <a:t> </a:t>
            </a:r>
            <a:r>
              <a:rPr lang="en-US" sz="3200" b="0" i="0">
                <a:solidFill>
                  <a:schemeClr val="tx1">
                    <a:lumMod val="75000"/>
                    <a:lumOff val="25000"/>
                  </a:schemeClr>
                </a:solidFill>
                <a:effectLst/>
                <a:latin typeface="Bahnschrift"/>
              </a:rPr>
              <a:t>A generic composting model</a:t>
            </a:r>
            <a:r>
              <a:rPr lang="en-US" sz="3200">
                <a:solidFill>
                  <a:schemeClr val="tx1">
                    <a:lumMod val="75000"/>
                    <a:lumOff val="25000"/>
                  </a:schemeClr>
                </a:solidFill>
                <a:latin typeface="Bahnschrift"/>
              </a:rPr>
              <a:t> to address a range of various situations </a:t>
            </a:r>
            <a:endParaRPr lang="en-US">
              <a:solidFill>
                <a:schemeClr val="tx1">
                  <a:lumMod val="75000"/>
                  <a:lumOff val="25000"/>
                </a:schemeClr>
              </a:solidFill>
              <a:ea typeface="Calibri" panose="020F0502020204030204"/>
              <a:cs typeface="Calibri" panose="020F0502020204030204"/>
            </a:endParaRPr>
          </a:p>
        </p:txBody>
      </p:sp>
      <p:sp>
        <p:nvSpPr>
          <p:cNvPr id="12" name="ZoneTexte 11">
            <a:extLst>
              <a:ext uri="{FF2B5EF4-FFF2-40B4-BE49-F238E27FC236}">
                <a16:creationId xmlns:a16="http://schemas.microsoft.com/office/drawing/2014/main" id="{4A3D7996-483A-4D78-8535-17A3091416E6}"/>
              </a:ext>
            </a:extLst>
          </p:cNvPr>
          <p:cNvSpPr txBox="1"/>
          <p:nvPr/>
        </p:nvSpPr>
        <p:spPr>
          <a:xfrm>
            <a:off x="1639245" y="4678222"/>
            <a:ext cx="8856563" cy="1692771"/>
          </a:xfrm>
          <a:prstGeom prst="rect">
            <a:avLst/>
          </a:prstGeom>
          <a:noFill/>
        </p:spPr>
        <p:txBody>
          <a:bodyPr wrap="square" lIns="91440" tIns="45720" rIns="91440" bIns="45720" rtlCol="0" anchor="t">
            <a:spAutoFit/>
          </a:bodyPr>
          <a:lstStyle/>
          <a:p>
            <a:pPr marL="640080" indent="-640080"/>
            <a:r>
              <a:rPr lang="fr-FR" sz="4000">
                <a:solidFill>
                  <a:schemeClr val="tx1">
                    <a:lumMod val="75000"/>
                    <a:lumOff val="25000"/>
                  </a:schemeClr>
                </a:solidFill>
                <a:latin typeface="Bahnschrift"/>
              </a:rPr>
              <a:t>→</a:t>
            </a:r>
            <a:r>
              <a:rPr lang="fr-FR" sz="1800">
                <a:solidFill>
                  <a:schemeClr val="tx1">
                    <a:lumMod val="75000"/>
                    <a:lumOff val="25000"/>
                  </a:schemeClr>
                </a:solidFill>
                <a:latin typeface="Bahnschrift"/>
              </a:rPr>
              <a:t> </a:t>
            </a:r>
            <a:r>
              <a:rPr lang="en-US" sz="3200">
                <a:solidFill>
                  <a:schemeClr val="tx1">
                    <a:lumMod val="75000"/>
                    <a:lumOff val="25000"/>
                  </a:schemeClr>
                </a:solidFill>
                <a:latin typeface="Bahnschrift"/>
              </a:rPr>
              <a:t>A way to transfer the outputs of the composting model into an existing soil–crop application/degradation model</a:t>
            </a:r>
            <a:endParaRPr lang="fr-FR" sz="3200">
              <a:solidFill>
                <a:schemeClr val="tx1">
                  <a:lumMod val="75000"/>
                  <a:lumOff val="25000"/>
                </a:schemeClr>
              </a:solidFill>
              <a:latin typeface="Bahnschrift"/>
            </a:endParaRPr>
          </a:p>
        </p:txBody>
      </p:sp>
      <p:pic>
        <p:nvPicPr>
          <p:cNvPr id="2" name="Picture 1">
            <a:extLst>
              <a:ext uri="{FF2B5EF4-FFF2-40B4-BE49-F238E27FC236}">
                <a16:creationId xmlns:a16="http://schemas.microsoft.com/office/drawing/2014/main" id="{FF83FECE-0322-DCB3-5412-4A6CDA40A1DF}"/>
              </a:ext>
            </a:extLst>
          </p:cNvPr>
          <p:cNvPicPr>
            <a:picLocks noChangeAspect="1"/>
          </p:cNvPicPr>
          <p:nvPr/>
        </p:nvPicPr>
        <p:blipFill>
          <a:blip r:embed="rId3"/>
          <a:stretch>
            <a:fillRect/>
          </a:stretch>
        </p:blipFill>
        <p:spPr>
          <a:xfrm>
            <a:off x="8278177" y="2458403"/>
            <a:ext cx="3783965" cy="2337435"/>
          </a:xfrm>
          <a:prstGeom prst="rect">
            <a:avLst/>
          </a:prstGeom>
        </p:spPr>
      </p:pic>
    </p:spTree>
    <p:extLst>
      <p:ext uri="{BB962C8B-B14F-4D97-AF65-F5344CB8AC3E}">
        <p14:creationId xmlns:p14="http://schemas.microsoft.com/office/powerpoint/2010/main" val="282877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1" grpId="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Image 54">
            <a:extLst>
              <a:ext uri="{FF2B5EF4-FFF2-40B4-BE49-F238E27FC236}">
                <a16:creationId xmlns:a16="http://schemas.microsoft.com/office/drawing/2014/main" id="{15D475CA-C1AE-49C1-95B8-04F5DA0829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3304" y="1484395"/>
            <a:ext cx="10205392" cy="4871563"/>
          </a:xfrm>
          <a:prstGeom prst="rect">
            <a:avLst/>
          </a:prstGeom>
        </p:spPr>
      </p:pic>
      <p:pic>
        <p:nvPicPr>
          <p:cNvPr id="57" name="Image 56">
            <a:extLst>
              <a:ext uri="{FF2B5EF4-FFF2-40B4-BE49-F238E27FC236}">
                <a16:creationId xmlns:a16="http://schemas.microsoft.com/office/drawing/2014/main" id="{4170C677-08BF-44F8-9EDD-D201F99B19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304" y="1484395"/>
            <a:ext cx="10205392" cy="4871564"/>
          </a:xfrm>
          <a:prstGeom prst="rect">
            <a:avLst/>
          </a:prstGeom>
        </p:spPr>
      </p:pic>
      <p:pic>
        <p:nvPicPr>
          <p:cNvPr id="59" name="Image 58">
            <a:extLst>
              <a:ext uri="{FF2B5EF4-FFF2-40B4-BE49-F238E27FC236}">
                <a16:creationId xmlns:a16="http://schemas.microsoft.com/office/drawing/2014/main" id="{0912CD23-E098-44AD-85EA-6026E3C0BB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3304" y="1484395"/>
            <a:ext cx="10205392" cy="4871564"/>
          </a:xfrm>
          <a:prstGeom prst="rect">
            <a:avLst/>
          </a:prstGeom>
        </p:spPr>
      </p:pic>
      <p:pic>
        <p:nvPicPr>
          <p:cNvPr id="61" name="Image 60">
            <a:extLst>
              <a:ext uri="{FF2B5EF4-FFF2-40B4-BE49-F238E27FC236}">
                <a16:creationId xmlns:a16="http://schemas.microsoft.com/office/drawing/2014/main" id="{1B9F5F0A-09B1-4A97-B851-B80AB4C8BE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3304" y="1484395"/>
            <a:ext cx="10205392" cy="4871564"/>
          </a:xfrm>
          <a:prstGeom prst="rect">
            <a:avLst/>
          </a:prstGeom>
        </p:spPr>
      </p:pic>
      <p:pic>
        <p:nvPicPr>
          <p:cNvPr id="63" name="Image 62">
            <a:extLst>
              <a:ext uri="{FF2B5EF4-FFF2-40B4-BE49-F238E27FC236}">
                <a16:creationId xmlns:a16="http://schemas.microsoft.com/office/drawing/2014/main" id="{56D00ADE-11F5-406C-9B7B-C8F1803BFEA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93304" y="1484395"/>
            <a:ext cx="10205392" cy="4871563"/>
          </a:xfrm>
          <a:prstGeom prst="rect">
            <a:avLst/>
          </a:prstGeom>
        </p:spPr>
      </p:pic>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a:rPr>
              <a:t>Generic</a:t>
            </a:r>
            <a:r>
              <a:rPr lang="fr-FR">
                <a:solidFill>
                  <a:srgbClr val="434343"/>
                </a:solidFill>
                <a:latin typeface="Bahnschrift SemiBold Condensed"/>
              </a:rPr>
              <a:t> </a:t>
            </a:r>
            <a:r>
              <a:rPr lang="fr-FR" err="1">
                <a:solidFill>
                  <a:srgbClr val="434343"/>
                </a:solidFill>
                <a:latin typeface="Bahnschrift SemiBold Condensed"/>
              </a:rPr>
              <a:t>composting</a:t>
            </a:r>
            <a:r>
              <a:rPr lang="fr-FR">
                <a:solidFill>
                  <a:srgbClr val="434343"/>
                </a:solidFill>
                <a:latin typeface="Bahnschrift SemiBold Condensed"/>
              </a:rPr>
              <a:t> model</a:t>
            </a:r>
            <a:endParaRPr lang="fr-F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lIns="91440" tIns="45720" rIns="91440" bIns="45720" rtlCol="0" anchor="t">
            <a:spAutoFit/>
          </a:bodyPr>
          <a:lstStyle/>
          <a:p>
            <a:r>
              <a:rPr lang="en-US" sz="2400" i="1">
                <a:solidFill>
                  <a:schemeClr val="bg1"/>
                </a:solidFill>
                <a:latin typeface="Bahnschrift SemiBold Condensed" panose="020B0502040204020203" pitchFamily="34" charset="0"/>
              </a:rPr>
              <a:t>Method</a:t>
            </a:r>
          </a:p>
        </p:txBody>
      </p:sp>
      <p:sp>
        <p:nvSpPr>
          <p:cNvPr id="64" name="ZoneTexte 63">
            <a:extLst>
              <a:ext uri="{FF2B5EF4-FFF2-40B4-BE49-F238E27FC236}">
                <a16:creationId xmlns:a16="http://schemas.microsoft.com/office/drawing/2014/main" id="{320D9677-CD40-4D81-A541-407864C660F4}"/>
              </a:ext>
            </a:extLst>
          </p:cNvPr>
          <p:cNvSpPr txBox="1"/>
          <p:nvPr/>
        </p:nvSpPr>
        <p:spPr>
          <a:xfrm>
            <a:off x="106430" y="6599623"/>
            <a:ext cx="5355098" cy="230832"/>
          </a:xfrm>
          <a:prstGeom prst="rect">
            <a:avLst/>
          </a:prstGeom>
          <a:noFill/>
        </p:spPr>
        <p:txBody>
          <a:bodyPr wrap="square" rtlCol="0">
            <a:spAutoFit/>
          </a:bodyPr>
          <a:lstStyle/>
          <a:p>
            <a:r>
              <a:rPr lang="fr-FR" sz="900" dirty="0"/>
              <a:t>(Robin et al. 2019; D. </a:t>
            </a:r>
            <a:r>
              <a:rPr lang="fr-FR" sz="900" dirty="0" err="1"/>
              <a:t>Oudart</a:t>
            </a:r>
            <a:r>
              <a:rPr lang="fr-FR" sz="900" dirty="0"/>
              <a:t> et al. 2015; Didier </a:t>
            </a:r>
            <a:r>
              <a:rPr lang="fr-FR" sz="900" dirty="0" err="1"/>
              <a:t>Oudart</a:t>
            </a:r>
            <a:r>
              <a:rPr lang="fr-FR" sz="900" dirty="0"/>
              <a:t> 2013)</a:t>
            </a:r>
            <a:endParaRPr lang="fr-FR" sz="900" dirty="0">
              <a:solidFill>
                <a:srgbClr val="434343"/>
              </a:solidFill>
              <a:latin typeface="Bahnschrift Light" panose="020B0502040204020203" pitchFamily="34" charset="0"/>
            </a:endParaRPr>
          </a:p>
        </p:txBody>
      </p:sp>
      <p:sp>
        <p:nvSpPr>
          <p:cNvPr id="65" name="Espace réservé du numéro de diapositive 27">
            <a:extLst>
              <a:ext uri="{FF2B5EF4-FFF2-40B4-BE49-F238E27FC236}">
                <a16:creationId xmlns:a16="http://schemas.microsoft.com/office/drawing/2014/main" id="{3E200549-1971-4BD3-9D71-A5E64AB6A5B4}"/>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4</a:t>
            </a:fld>
            <a:endParaRPr lang="fr-FR" sz="1400">
              <a:latin typeface="Bahnschrift Light" panose="020B0502040204020203" pitchFamily="34" charset="0"/>
            </a:endParaRPr>
          </a:p>
        </p:txBody>
      </p:sp>
    </p:spTree>
    <p:extLst>
      <p:ext uri="{BB962C8B-B14F-4D97-AF65-F5344CB8AC3E}">
        <p14:creationId xmlns:p14="http://schemas.microsoft.com/office/powerpoint/2010/main" val="372293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5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D24DA-F94E-A793-0A45-5B5DDF0D0340}"/>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A27625BD-F4A8-F940-53D9-4BA7763338F0}"/>
              </a:ext>
            </a:extLst>
          </p:cNvPr>
          <p:cNvPicPr>
            <a:picLocks noChangeAspect="1"/>
          </p:cNvPicPr>
          <p:nvPr/>
        </p:nvPicPr>
        <p:blipFill>
          <a:blip r:embed="rId3"/>
          <a:srcRect l="2992" t="-964" b="211"/>
          <a:stretch>
            <a:fillRect/>
          </a:stretch>
        </p:blipFill>
        <p:spPr>
          <a:xfrm>
            <a:off x="80269" y="1344934"/>
            <a:ext cx="11827252" cy="4843000"/>
          </a:xfrm>
          <a:prstGeom prst="rect">
            <a:avLst/>
          </a:prstGeom>
        </p:spPr>
      </p:pic>
      <p:sp>
        <p:nvSpPr>
          <p:cNvPr id="10" name="Rectangle 9">
            <a:extLst>
              <a:ext uri="{FF2B5EF4-FFF2-40B4-BE49-F238E27FC236}">
                <a16:creationId xmlns:a16="http://schemas.microsoft.com/office/drawing/2014/main" id="{F910F145-3BB2-B63C-6091-CEB497343223}"/>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38D55465-A5D6-7447-A0E6-E98D1A4D040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a:rPr>
              <a:t>Generic</a:t>
            </a:r>
            <a:r>
              <a:rPr lang="fr-FR">
                <a:solidFill>
                  <a:srgbClr val="434343"/>
                </a:solidFill>
                <a:latin typeface="Bahnschrift SemiBold Condensed"/>
              </a:rPr>
              <a:t> </a:t>
            </a:r>
            <a:r>
              <a:rPr lang="fr-FR" err="1">
                <a:solidFill>
                  <a:srgbClr val="434343"/>
                </a:solidFill>
                <a:latin typeface="Bahnschrift SemiBold Condensed"/>
              </a:rPr>
              <a:t>composting</a:t>
            </a:r>
            <a:r>
              <a:rPr lang="fr-FR">
                <a:solidFill>
                  <a:srgbClr val="434343"/>
                </a:solidFill>
                <a:latin typeface="Bahnschrift SemiBold Condensed"/>
              </a:rPr>
              <a:t> model</a:t>
            </a:r>
            <a:endParaRPr lang="fr-FR">
              <a:solidFill>
                <a:srgbClr val="000000"/>
              </a:solidFill>
              <a:latin typeface="Bahnschrift SemiBold Condensed"/>
            </a:endParaRPr>
          </a:p>
        </p:txBody>
      </p:sp>
      <p:sp>
        <p:nvSpPr>
          <p:cNvPr id="12" name="Rectangle 11">
            <a:extLst>
              <a:ext uri="{FF2B5EF4-FFF2-40B4-BE49-F238E27FC236}">
                <a16:creationId xmlns:a16="http://schemas.microsoft.com/office/drawing/2014/main" id="{441767A1-EAC8-1154-118D-31ED6BF8F29E}"/>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space réservé du numéro de diapositive 27">
            <a:extLst>
              <a:ext uri="{FF2B5EF4-FFF2-40B4-BE49-F238E27FC236}">
                <a16:creationId xmlns:a16="http://schemas.microsoft.com/office/drawing/2014/main" id="{5E093F9A-444A-497F-24C3-FF6D64D20316}"/>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5</a:t>
            </a:fld>
            <a:endParaRPr lang="fr-FR" sz="1400">
              <a:latin typeface="Bahnschrift Light" panose="020B0502040204020203" pitchFamily="34" charset="0"/>
            </a:endParaRPr>
          </a:p>
        </p:txBody>
      </p:sp>
      <p:sp>
        <p:nvSpPr>
          <p:cNvPr id="13" name="ZoneTexte 12">
            <a:extLst>
              <a:ext uri="{FF2B5EF4-FFF2-40B4-BE49-F238E27FC236}">
                <a16:creationId xmlns:a16="http://schemas.microsoft.com/office/drawing/2014/main" id="{79D6CA7B-A0E2-CD11-7876-285223700026}"/>
              </a:ext>
            </a:extLst>
          </p:cNvPr>
          <p:cNvSpPr txBox="1"/>
          <p:nvPr/>
        </p:nvSpPr>
        <p:spPr>
          <a:xfrm>
            <a:off x="-168275" y="6098727"/>
            <a:ext cx="11955798" cy="362215"/>
          </a:xfrm>
          <a:prstGeom prst="rect">
            <a:avLst/>
          </a:prstGeom>
          <a:noFill/>
        </p:spPr>
        <p:txBody>
          <a:bodyPr wrap="square" lIns="91440" tIns="45720" rIns="91440" bIns="45720" anchor="t">
            <a:spAutoFit/>
          </a:bodyPr>
          <a:lstStyle/>
          <a:p>
            <a:pPr lvl="0" algn="ctr">
              <a:lnSpc>
                <a:spcPct val="107000"/>
              </a:lnSpc>
            </a:pPr>
            <a:r>
              <a:rPr lang="fr-FR" dirty="0" err="1">
                <a:solidFill>
                  <a:schemeClr val="tx1">
                    <a:lumMod val="75000"/>
                    <a:lumOff val="25000"/>
                  </a:schemeClr>
                </a:solidFill>
                <a:effectLst/>
                <a:latin typeface="Bahnschrift Light"/>
                <a:ea typeface="Cambria"/>
                <a:cs typeface="Cambria" panose="02040503050406030204" pitchFamily="18" charset="0"/>
              </a:rPr>
              <a:t>Hourly</a:t>
            </a:r>
            <a:r>
              <a:rPr lang="fr-FR" dirty="0">
                <a:solidFill>
                  <a:schemeClr val="tx1">
                    <a:lumMod val="75000"/>
                    <a:lumOff val="25000"/>
                  </a:schemeClr>
                </a:solidFill>
                <a:effectLst/>
                <a:latin typeface="Bahnschrift Light"/>
                <a:ea typeface="Cambria"/>
                <a:cs typeface="Cambria" panose="02040503050406030204" pitchFamily="18" charset="0"/>
              </a:rPr>
              <a:t> a</a:t>
            </a:r>
            <a:r>
              <a:rPr lang="fr-FR" dirty="0">
                <a:solidFill>
                  <a:schemeClr val="tx1">
                    <a:lumMod val="75000"/>
                    <a:lumOff val="25000"/>
                  </a:schemeClr>
                </a:solidFill>
                <a:latin typeface="Bahnschrift Light"/>
                <a:ea typeface="Cambria"/>
                <a:cs typeface="Cambria" panose="02040503050406030204" pitchFamily="18" charset="0"/>
              </a:rPr>
              <a:t>nd </a:t>
            </a:r>
            <a:r>
              <a:rPr lang="fr-FR" dirty="0" err="1">
                <a:solidFill>
                  <a:schemeClr val="tx1">
                    <a:lumMod val="75000"/>
                    <a:lumOff val="25000"/>
                  </a:schemeClr>
                </a:solidFill>
                <a:latin typeface="Bahnschrift Light"/>
                <a:ea typeface="Cambria"/>
                <a:cs typeface="Cambria" panose="02040503050406030204" pitchFamily="18" charset="0"/>
              </a:rPr>
              <a:t>cumulated</a:t>
            </a:r>
            <a:r>
              <a:rPr lang="fr-FR" dirty="0">
                <a:solidFill>
                  <a:schemeClr val="tx1">
                    <a:lumMod val="75000"/>
                    <a:lumOff val="25000"/>
                  </a:schemeClr>
                </a:solidFill>
                <a:latin typeface="Bahnschrift Light"/>
                <a:ea typeface="Cambria"/>
                <a:cs typeface="Cambria" panose="02040503050406030204" pitchFamily="18" charset="0"/>
              </a:rPr>
              <a:t> </a:t>
            </a:r>
            <a:r>
              <a:rPr lang="fr-FR" dirty="0" err="1">
                <a:solidFill>
                  <a:schemeClr val="tx1">
                    <a:lumMod val="75000"/>
                    <a:lumOff val="25000"/>
                  </a:schemeClr>
                </a:solidFill>
                <a:latin typeface="Bahnschrift Light"/>
                <a:ea typeface="Cambria"/>
                <a:cs typeface="Cambria" panose="02040503050406030204" pitchFamily="18" charset="0"/>
              </a:rPr>
              <a:t>emissions</a:t>
            </a:r>
            <a:r>
              <a:rPr lang="fr-FR" dirty="0">
                <a:solidFill>
                  <a:schemeClr val="tx1">
                    <a:lumMod val="75000"/>
                    <a:lumOff val="25000"/>
                  </a:schemeClr>
                </a:solidFill>
                <a:latin typeface="Bahnschrift Light"/>
                <a:ea typeface="Cambria"/>
                <a:cs typeface="Cambria" panose="02040503050406030204" pitchFamily="18" charset="0"/>
              </a:rPr>
              <a:t> of </a:t>
            </a:r>
            <a:r>
              <a:rPr lang="fr-FR" dirty="0" err="1">
                <a:solidFill>
                  <a:schemeClr val="tx1">
                    <a:lumMod val="75000"/>
                    <a:lumOff val="25000"/>
                  </a:schemeClr>
                </a:solidFill>
                <a:latin typeface="Bahnschrift Light"/>
                <a:ea typeface="Cambria"/>
                <a:cs typeface="Cambria" panose="02040503050406030204" pitchFamily="18" charset="0"/>
              </a:rPr>
              <a:t>generic</a:t>
            </a:r>
            <a:r>
              <a:rPr lang="fr-FR" dirty="0">
                <a:solidFill>
                  <a:schemeClr val="tx1">
                    <a:lumMod val="75000"/>
                    <a:lumOff val="25000"/>
                  </a:schemeClr>
                </a:solidFill>
                <a:latin typeface="Bahnschrift Light"/>
                <a:ea typeface="Cambria"/>
                <a:cs typeface="Cambria" panose="02040503050406030204" pitchFamily="18" charset="0"/>
              </a:rPr>
              <a:t> model vs observation (</a:t>
            </a:r>
            <a:r>
              <a:rPr lang="fr-FR" dirty="0" err="1">
                <a:solidFill>
                  <a:schemeClr val="tx1">
                    <a:lumMod val="75000"/>
                    <a:lumOff val="25000"/>
                  </a:schemeClr>
                </a:solidFill>
                <a:latin typeface="Bahnschrift Light"/>
                <a:ea typeface="Cambria"/>
                <a:cs typeface="Cambria" panose="02040503050406030204" pitchFamily="18" charset="0"/>
              </a:rPr>
              <a:t>Development</a:t>
            </a:r>
            <a:r>
              <a:rPr lang="fr-FR" dirty="0">
                <a:solidFill>
                  <a:schemeClr val="tx1">
                    <a:lumMod val="75000"/>
                    <a:lumOff val="25000"/>
                  </a:schemeClr>
                </a:solidFill>
                <a:latin typeface="Bahnschrift Light"/>
                <a:ea typeface="Cambria"/>
                <a:cs typeface="Cambria" panose="02040503050406030204" pitchFamily="18" charset="0"/>
              </a:rPr>
              <a:t>)</a:t>
            </a:r>
            <a:endParaRPr lang="fr-FR" dirty="0">
              <a:solidFill>
                <a:schemeClr val="tx1">
                  <a:lumMod val="75000"/>
                  <a:lumOff val="25000"/>
                </a:schemeClr>
              </a:solidFill>
              <a:effectLst/>
              <a:latin typeface="Bahnschrift Light"/>
              <a:ea typeface="Cambria"/>
              <a:cs typeface="Cambria" panose="02040503050406030204" pitchFamily="18" charset="0"/>
            </a:endParaRPr>
          </a:p>
        </p:txBody>
      </p:sp>
      <p:sp>
        <p:nvSpPr>
          <p:cNvPr id="16" name="ZoneTexte 15">
            <a:extLst>
              <a:ext uri="{FF2B5EF4-FFF2-40B4-BE49-F238E27FC236}">
                <a16:creationId xmlns:a16="http://schemas.microsoft.com/office/drawing/2014/main" id="{03CA62AF-5623-62C8-F5FB-744C9B9694E4}"/>
              </a:ext>
            </a:extLst>
          </p:cNvPr>
          <p:cNvSpPr txBox="1"/>
          <p:nvPr/>
        </p:nvSpPr>
        <p:spPr>
          <a:xfrm rot="5400000">
            <a:off x="10963942" y="3947343"/>
            <a:ext cx="2188248" cy="306109"/>
          </a:xfrm>
          <a:prstGeom prst="rect">
            <a:avLst/>
          </a:prstGeom>
          <a:noFill/>
        </p:spPr>
        <p:txBody>
          <a:bodyPr wrap="square">
            <a:spAutoFit/>
          </a:bodyPr>
          <a:lstStyle/>
          <a:p>
            <a:pPr lvl="0" algn="just">
              <a:lnSpc>
                <a:spcPct val="107000"/>
              </a:lnSpc>
            </a:pPr>
            <a:r>
              <a:rPr lang="fr-FR" sz="1400" err="1">
                <a:latin typeface="Arial" panose="020B0604020202020204" pitchFamily="34" charset="0"/>
                <a:ea typeface="Cambria" panose="02040503050406030204" pitchFamily="18" charset="0"/>
                <a:cs typeface="Arial" panose="020B0604020202020204" pitchFamily="34" charset="0"/>
              </a:rPr>
              <a:t>Cumulated</a:t>
            </a:r>
            <a:r>
              <a:rPr lang="fr-FR" sz="1400">
                <a:latin typeface="Arial" panose="020B0604020202020204" pitchFamily="34" charset="0"/>
                <a:ea typeface="Cambria" panose="02040503050406030204" pitchFamily="18" charset="0"/>
                <a:cs typeface="Arial" panose="020B0604020202020204" pitchFamily="34" charset="0"/>
              </a:rPr>
              <a:t> (</a:t>
            </a:r>
            <a:r>
              <a:rPr lang="fr-FR" sz="1400" err="1">
                <a:latin typeface="Arial" panose="020B0604020202020204" pitchFamily="34" charset="0"/>
                <a:ea typeface="Cambria" panose="02040503050406030204" pitchFamily="18" charset="0"/>
                <a:cs typeface="Arial" panose="020B0604020202020204" pitchFamily="34" charset="0"/>
              </a:rPr>
              <a:t>kgC</a:t>
            </a:r>
            <a:r>
              <a:rPr lang="fr-FR" sz="1400">
                <a:latin typeface="Arial" panose="020B0604020202020204" pitchFamily="34" charset="0"/>
                <a:ea typeface="Cambria" panose="02040503050406030204" pitchFamily="18" charset="0"/>
                <a:cs typeface="Arial" panose="020B0604020202020204" pitchFamily="34" charset="0"/>
              </a:rPr>
              <a:t>)</a:t>
            </a:r>
            <a:endParaRPr lang="fr-FR" sz="1400">
              <a:effectLst/>
              <a:latin typeface="Arial" panose="020B0604020202020204" pitchFamily="34" charset="0"/>
              <a:ea typeface="Cambria" panose="02040503050406030204" pitchFamily="18" charset="0"/>
              <a:cs typeface="Arial" panose="020B0604020202020204" pitchFamily="34" charset="0"/>
            </a:endParaRPr>
          </a:p>
        </p:txBody>
      </p:sp>
      <p:cxnSp>
        <p:nvCxnSpPr>
          <p:cNvPr id="18" name="Connecteur droit 17">
            <a:extLst>
              <a:ext uri="{FF2B5EF4-FFF2-40B4-BE49-F238E27FC236}">
                <a16:creationId xmlns:a16="http://schemas.microsoft.com/office/drawing/2014/main" id="{5118ABBB-7C50-2E24-57F5-9809510E07BA}"/>
              </a:ext>
            </a:extLst>
          </p:cNvPr>
          <p:cNvCxnSpPr>
            <a:endCxn id="16" idx="1"/>
          </p:cNvCxnSpPr>
          <p:nvPr/>
        </p:nvCxnSpPr>
        <p:spPr>
          <a:xfrm>
            <a:off x="12058066" y="2578960"/>
            <a:ext cx="0" cy="427314"/>
          </a:xfrm>
          <a:prstGeom prst="line">
            <a:avLst/>
          </a:prstGeom>
          <a:ln w="9525">
            <a:prstDash val="dash"/>
          </a:ln>
        </p:spPr>
        <p:style>
          <a:lnRef idx="1">
            <a:schemeClr val="dk1"/>
          </a:lnRef>
          <a:fillRef idx="0">
            <a:schemeClr val="dk1"/>
          </a:fillRef>
          <a:effectRef idx="0">
            <a:schemeClr val="dk1"/>
          </a:effectRef>
          <a:fontRef idx="minor">
            <a:schemeClr val="tx1"/>
          </a:fontRef>
        </p:style>
      </p:cxnSp>
      <p:cxnSp>
        <p:nvCxnSpPr>
          <p:cNvPr id="19" name="Connecteur droit 18">
            <a:extLst>
              <a:ext uri="{FF2B5EF4-FFF2-40B4-BE49-F238E27FC236}">
                <a16:creationId xmlns:a16="http://schemas.microsoft.com/office/drawing/2014/main" id="{E92945A8-B1F3-7372-C700-353F21B2B0B2}"/>
              </a:ext>
            </a:extLst>
          </p:cNvPr>
          <p:cNvCxnSpPr/>
          <p:nvPr/>
        </p:nvCxnSpPr>
        <p:spPr>
          <a:xfrm>
            <a:off x="199119" y="2365303"/>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cxnSp>
        <p:nvCxnSpPr>
          <p:cNvPr id="20" name="Connecteur droit 19">
            <a:extLst>
              <a:ext uri="{FF2B5EF4-FFF2-40B4-BE49-F238E27FC236}">
                <a16:creationId xmlns:a16="http://schemas.microsoft.com/office/drawing/2014/main" id="{79B8ADF3-308B-E9D6-DCA1-CFE4092579EA}"/>
              </a:ext>
            </a:extLst>
          </p:cNvPr>
          <p:cNvCxnSpPr/>
          <p:nvPr/>
        </p:nvCxnSpPr>
        <p:spPr>
          <a:xfrm>
            <a:off x="4169139" y="2450685"/>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cxnSp>
        <p:nvCxnSpPr>
          <p:cNvPr id="21" name="Connecteur droit 20">
            <a:extLst>
              <a:ext uri="{FF2B5EF4-FFF2-40B4-BE49-F238E27FC236}">
                <a16:creationId xmlns:a16="http://schemas.microsoft.com/office/drawing/2014/main" id="{652C6D05-0048-F887-C765-A4FA5A3AEFDA}"/>
              </a:ext>
            </a:extLst>
          </p:cNvPr>
          <p:cNvCxnSpPr>
            <a:cxnSpLocks/>
          </p:cNvCxnSpPr>
          <p:nvPr/>
        </p:nvCxnSpPr>
        <p:spPr>
          <a:xfrm flipH="1">
            <a:off x="7839317" y="2446355"/>
            <a:ext cx="6621" cy="354919"/>
          </a:xfrm>
          <a:prstGeom prst="line">
            <a:avLst/>
          </a:prstGeom>
          <a:ln w="9525">
            <a:prstDash val="solid"/>
          </a:ln>
        </p:spPr>
        <p:style>
          <a:lnRef idx="1">
            <a:schemeClr val="dk1"/>
          </a:lnRef>
          <a:fillRef idx="0">
            <a:schemeClr val="dk1"/>
          </a:fillRef>
          <a:effectRef idx="0">
            <a:schemeClr val="dk1"/>
          </a:effectRef>
          <a:fontRef idx="minor">
            <a:schemeClr val="tx1"/>
          </a:fontRef>
        </p:style>
      </p:cxnSp>
      <p:sp>
        <p:nvSpPr>
          <p:cNvPr id="22" name="ZoneTexte 21">
            <a:extLst>
              <a:ext uri="{FF2B5EF4-FFF2-40B4-BE49-F238E27FC236}">
                <a16:creationId xmlns:a16="http://schemas.microsoft.com/office/drawing/2014/main" id="{064AC074-8D33-D3C1-18D6-463EFFF57847}"/>
              </a:ext>
            </a:extLst>
          </p:cNvPr>
          <p:cNvSpPr txBox="1"/>
          <p:nvPr/>
        </p:nvSpPr>
        <p:spPr>
          <a:xfrm>
            <a:off x="106430" y="6599623"/>
            <a:ext cx="5355098" cy="230832"/>
          </a:xfrm>
          <a:prstGeom prst="rect">
            <a:avLst/>
          </a:prstGeom>
          <a:noFill/>
        </p:spPr>
        <p:txBody>
          <a:bodyPr wrap="square" rtlCol="0">
            <a:spAutoFit/>
          </a:bodyPr>
          <a:lstStyle/>
          <a:p>
            <a:r>
              <a:rPr lang="fr-FR" sz="900"/>
              <a:t>(Robin et al. 2019)</a:t>
            </a:r>
            <a:endParaRPr lang="fr-FR" sz="900">
              <a:solidFill>
                <a:srgbClr val="434343"/>
              </a:solidFill>
              <a:latin typeface="Bahnschrift Light" panose="020B0502040204020203" pitchFamily="34" charset="0"/>
            </a:endParaRPr>
          </a:p>
        </p:txBody>
      </p:sp>
      <p:sp>
        <p:nvSpPr>
          <p:cNvPr id="7" name="ZoneTexte 6">
            <a:extLst>
              <a:ext uri="{FF2B5EF4-FFF2-40B4-BE49-F238E27FC236}">
                <a16:creationId xmlns:a16="http://schemas.microsoft.com/office/drawing/2014/main" id="{5CB1917D-D604-FE2A-C41C-BFF1A8038E4A}"/>
              </a:ext>
            </a:extLst>
          </p:cNvPr>
          <p:cNvSpPr txBox="1"/>
          <p:nvPr/>
        </p:nvSpPr>
        <p:spPr>
          <a:xfrm>
            <a:off x="1242785" y="1305560"/>
            <a:ext cx="1941285"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latin typeface="Bahnschrift"/>
                <a:ea typeface="Calibri"/>
                <a:cs typeface="Calibri"/>
              </a:rPr>
              <a:t>Carbon </a:t>
            </a:r>
            <a:r>
              <a:rPr lang="fr-FR" err="1">
                <a:latin typeface="Bahnschrift"/>
                <a:ea typeface="Calibri"/>
                <a:cs typeface="Calibri"/>
              </a:rPr>
              <a:t>dioxide</a:t>
            </a:r>
            <a:endParaRPr lang="fr-FR" err="1">
              <a:latin typeface="Bahnschrift"/>
            </a:endParaRPr>
          </a:p>
        </p:txBody>
      </p:sp>
      <p:sp>
        <p:nvSpPr>
          <p:cNvPr id="42" name="Rectangle : coins arrondis 41">
            <a:extLst>
              <a:ext uri="{FF2B5EF4-FFF2-40B4-BE49-F238E27FC236}">
                <a16:creationId xmlns:a16="http://schemas.microsoft.com/office/drawing/2014/main" id="{2111A0D2-105E-7A7D-8CA0-D50257AB0232}"/>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24A272D2-FE14-142B-6873-CC72D5A6D347}"/>
              </a:ext>
            </a:extLst>
          </p:cNvPr>
          <p:cNvSpPr txBox="1"/>
          <p:nvPr/>
        </p:nvSpPr>
        <p:spPr>
          <a:xfrm>
            <a:off x="1247191" y="892709"/>
            <a:ext cx="9439275" cy="461665"/>
          </a:xfrm>
          <a:prstGeom prst="rect">
            <a:avLst/>
          </a:prstGeom>
          <a:noFill/>
        </p:spPr>
        <p:txBody>
          <a:bodyPr wrap="square" lIns="91440" tIns="45720" rIns="91440" bIns="45720" rtlCol="0" anchor="t">
            <a:spAutoFit/>
          </a:bodyPr>
          <a:lstStyle/>
          <a:p>
            <a:r>
              <a:rPr lang="en-US" sz="2400" i="1">
                <a:solidFill>
                  <a:schemeClr val="bg1"/>
                </a:solidFill>
                <a:latin typeface="Bahnschrift SemiBold Condensed"/>
              </a:rPr>
              <a:t>Results</a:t>
            </a:r>
            <a:endParaRPr lang="fr-FR">
              <a:solidFill>
                <a:schemeClr val="bg1"/>
              </a:solidFill>
            </a:endParaRPr>
          </a:p>
        </p:txBody>
      </p:sp>
      <p:sp>
        <p:nvSpPr>
          <p:cNvPr id="24" name="Rectangle 23">
            <a:extLst>
              <a:ext uri="{FF2B5EF4-FFF2-40B4-BE49-F238E27FC236}">
                <a16:creationId xmlns:a16="http://schemas.microsoft.com/office/drawing/2014/main" id="{B7CCFADD-F16F-7A56-1727-D92ADB4E42DE}"/>
              </a:ext>
            </a:extLst>
          </p:cNvPr>
          <p:cNvSpPr/>
          <p:nvPr/>
        </p:nvSpPr>
        <p:spPr>
          <a:xfrm>
            <a:off x="7752805" y="2330630"/>
            <a:ext cx="188685" cy="2822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86E1BCE2-8E46-074D-E1A1-3553D956F5AA}"/>
              </a:ext>
            </a:extLst>
          </p:cNvPr>
          <p:cNvSpPr/>
          <p:nvPr/>
        </p:nvSpPr>
        <p:spPr>
          <a:xfrm>
            <a:off x="3973285" y="2229030"/>
            <a:ext cx="300445" cy="2822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36360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a:rPr>
              <a:t>Generic</a:t>
            </a:r>
            <a:r>
              <a:rPr lang="fr-FR">
                <a:solidFill>
                  <a:srgbClr val="434343"/>
                </a:solidFill>
                <a:latin typeface="Bahnschrift SemiBold Condensed"/>
              </a:rPr>
              <a:t> </a:t>
            </a:r>
            <a:r>
              <a:rPr lang="fr-FR" err="1">
                <a:solidFill>
                  <a:srgbClr val="434343"/>
                </a:solidFill>
                <a:latin typeface="Bahnschrift SemiBold Condensed"/>
              </a:rPr>
              <a:t>composting</a:t>
            </a:r>
            <a:r>
              <a:rPr lang="fr-FR">
                <a:solidFill>
                  <a:srgbClr val="434343"/>
                </a:solidFill>
                <a:latin typeface="Bahnschrift SemiBold Condensed"/>
              </a:rPr>
              <a:t> model</a:t>
            </a:r>
            <a:endParaRPr lang="fr-FR">
              <a:solidFill>
                <a:srgbClr val="000000"/>
              </a:solidFill>
              <a:latin typeface="Bahnschrift SemiBold Condensed"/>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830997"/>
          </a:xfrm>
          <a:prstGeom prst="rect">
            <a:avLst/>
          </a:prstGeom>
          <a:noFill/>
        </p:spPr>
        <p:txBody>
          <a:bodyPr wrap="square" lIns="91440" tIns="45720" rIns="91440" bIns="45720" rtlCol="0" anchor="t">
            <a:spAutoFit/>
          </a:bodyPr>
          <a:lstStyle/>
          <a:p>
            <a:r>
              <a:rPr lang="en-US" sz="2400" i="1">
                <a:solidFill>
                  <a:schemeClr val="bg1"/>
                </a:solidFill>
                <a:latin typeface="Bahnschrift SemiBold Condensed"/>
              </a:rPr>
              <a:t>Results</a:t>
            </a:r>
            <a:endParaRPr lang="en-US" sz="2400">
              <a:solidFill>
                <a:schemeClr val="bg1"/>
              </a:solidFill>
              <a:latin typeface="Bahnschrift SemiBold Condensed"/>
            </a:endParaRPr>
          </a:p>
          <a:p>
            <a:endParaRPr lang="en-US" sz="2400" i="1">
              <a:solidFill>
                <a:schemeClr val="bg1"/>
              </a:solidFill>
              <a:latin typeface="Bahnschrift SemiBold Condensed" panose="020B0502040204020203" pitchFamily="34" charset="0"/>
            </a:endParaRPr>
          </a:p>
        </p:txBody>
      </p:sp>
      <p:pic>
        <p:nvPicPr>
          <p:cNvPr id="4" name="Image 3">
            <a:extLst>
              <a:ext uri="{FF2B5EF4-FFF2-40B4-BE49-F238E27FC236}">
                <a16:creationId xmlns:a16="http://schemas.microsoft.com/office/drawing/2014/main" id="{3E331F80-189F-4694-A114-D942CEE192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101" y="1599978"/>
            <a:ext cx="11955798" cy="4414448"/>
          </a:xfrm>
          <a:prstGeom prst="rect">
            <a:avLst/>
          </a:prstGeom>
        </p:spPr>
      </p:pic>
      <p:sp>
        <p:nvSpPr>
          <p:cNvPr id="17" name="Espace réservé du numéro de diapositive 27">
            <a:extLst>
              <a:ext uri="{FF2B5EF4-FFF2-40B4-BE49-F238E27FC236}">
                <a16:creationId xmlns:a16="http://schemas.microsoft.com/office/drawing/2014/main" id="{3891B121-5B10-40BE-BD34-183383350C54}"/>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6</a:t>
            </a:fld>
            <a:endParaRPr lang="fr-FR" sz="1400">
              <a:latin typeface="Bahnschrift Light" panose="020B0502040204020203" pitchFamily="34" charset="0"/>
            </a:endParaRPr>
          </a:p>
        </p:txBody>
      </p:sp>
      <p:sp>
        <p:nvSpPr>
          <p:cNvPr id="9" name="Rectangle 8">
            <a:extLst>
              <a:ext uri="{FF2B5EF4-FFF2-40B4-BE49-F238E27FC236}">
                <a16:creationId xmlns:a16="http://schemas.microsoft.com/office/drawing/2014/main" id="{582864A4-2BAF-4A62-9551-98A9E15F6C7D}"/>
              </a:ext>
            </a:extLst>
          </p:cNvPr>
          <p:cNvSpPr/>
          <p:nvPr/>
        </p:nvSpPr>
        <p:spPr>
          <a:xfrm>
            <a:off x="9097010" y="1616446"/>
            <a:ext cx="2057400" cy="23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err="1">
                <a:solidFill>
                  <a:schemeClr val="tx1"/>
                </a:solidFill>
                <a:latin typeface="Bahnschrift" panose="020B0502040204020203" pitchFamily="34" charset="0"/>
              </a:rPr>
              <a:t>Nitrous</a:t>
            </a:r>
            <a:r>
              <a:rPr lang="fr-FR">
                <a:solidFill>
                  <a:schemeClr val="tx1"/>
                </a:solidFill>
                <a:latin typeface="Bahnschrift" panose="020B0502040204020203" pitchFamily="34" charset="0"/>
              </a:rPr>
              <a:t> oxide</a:t>
            </a:r>
          </a:p>
        </p:txBody>
      </p:sp>
      <p:sp>
        <p:nvSpPr>
          <p:cNvPr id="13" name="ZoneTexte 12">
            <a:extLst>
              <a:ext uri="{FF2B5EF4-FFF2-40B4-BE49-F238E27FC236}">
                <a16:creationId xmlns:a16="http://schemas.microsoft.com/office/drawing/2014/main" id="{B8AA7A7D-82E3-4EC4-955A-4FD20E23A66B}"/>
              </a:ext>
            </a:extLst>
          </p:cNvPr>
          <p:cNvSpPr txBox="1"/>
          <p:nvPr/>
        </p:nvSpPr>
        <p:spPr>
          <a:xfrm>
            <a:off x="-168275" y="6098727"/>
            <a:ext cx="11955798" cy="362215"/>
          </a:xfrm>
          <a:prstGeom prst="rect">
            <a:avLst/>
          </a:prstGeom>
          <a:noFill/>
        </p:spPr>
        <p:txBody>
          <a:bodyPr wrap="square" lIns="91440" tIns="45720" rIns="91440" bIns="45720" anchor="t">
            <a:spAutoFit/>
          </a:bodyPr>
          <a:lstStyle/>
          <a:p>
            <a:pPr lvl="0" algn="ctr">
              <a:lnSpc>
                <a:spcPct val="107000"/>
              </a:lnSpc>
            </a:pPr>
            <a:r>
              <a:rPr lang="fr-FR" dirty="0" err="1">
                <a:solidFill>
                  <a:schemeClr val="tx1">
                    <a:lumMod val="75000"/>
                    <a:lumOff val="25000"/>
                  </a:schemeClr>
                </a:solidFill>
                <a:effectLst/>
                <a:latin typeface="Bahnschrift Light"/>
                <a:ea typeface="Cambria"/>
                <a:cs typeface="Cambria" panose="02040503050406030204" pitchFamily="18" charset="0"/>
              </a:rPr>
              <a:t>Hourly</a:t>
            </a:r>
            <a:r>
              <a:rPr lang="fr-FR" dirty="0">
                <a:solidFill>
                  <a:schemeClr val="tx1">
                    <a:lumMod val="75000"/>
                    <a:lumOff val="25000"/>
                  </a:schemeClr>
                </a:solidFill>
                <a:effectLst/>
                <a:latin typeface="Bahnschrift Light"/>
                <a:ea typeface="Cambria"/>
                <a:cs typeface="Cambria" panose="02040503050406030204" pitchFamily="18" charset="0"/>
              </a:rPr>
              <a:t> a</a:t>
            </a:r>
            <a:r>
              <a:rPr lang="fr-FR" dirty="0">
                <a:solidFill>
                  <a:schemeClr val="tx1">
                    <a:lumMod val="75000"/>
                    <a:lumOff val="25000"/>
                  </a:schemeClr>
                </a:solidFill>
                <a:latin typeface="Bahnschrift Light"/>
                <a:ea typeface="Cambria"/>
                <a:cs typeface="Cambria" panose="02040503050406030204" pitchFamily="18" charset="0"/>
              </a:rPr>
              <a:t>nd </a:t>
            </a:r>
            <a:r>
              <a:rPr lang="fr-FR" dirty="0" err="1">
                <a:solidFill>
                  <a:schemeClr val="tx1">
                    <a:lumMod val="75000"/>
                    <a:lumOff val="25000"/>
                  </a:schemeClr>
                </a:solidFill>
                <a:latin typeface="Bahnschrift Light"/>
                <a:ea typeface="Cambria"/>
                <a:cs typeface="Cambria" panose="02040503050406030204" pitchFamily="18" charset="0"/>
              </a:rPr>
              <a:t>cumulated</a:t>
            </a:r>
            <a:r>
              <a:rPr lang="fr-FR" dirty="0">
                <a:solidFill>
                  <a:schemeClr val="tx1">
                    <a:lumMod val="75000"/>
                    <a:lumOff val="25000"/>
                  </a:schemeClr>
                </a:solidFill>
                <a:latin typeface="Bahnschrift Light"/>
                <a:ea typeface="Cambria"/>
                <a:cs typeface="Cambria" panose="02040503050406030204" pitchFamily="18" charset="0"/>
              </a:rPr>
              <a:t> </a:t>
            </a:r>
            <a:r>
              <a:rPr lang="fr-FR" dirty="0" err="1">
                <a:solidFill>
                  <a:schemeClr val="tx1">
                    <a:lumMod val="75000"/>
                    <a:lumOff val="25000"/>
                  </a:schemeClr>
                </a:solidFill>
                <a:latin typeface="Bahnschrift Light"/>
                <a:ea typeface="Cambria"/>
                <a:cs typeface="Cambria" panose="02040503050406030204" pitchFamily="18" charset="0"/>
              </a:rPr>
              <a:t>emissions</a:t>
            </a:r>
            <a:r>
              <a:rPr lang="fr-FR" dirty="0">
                <a:solidFill>
                  <a:schemeClr val="tx1">
                    <a:lumMod val="75000"/>
                    <a:lumOff val="25000"/>
                  </a:schemeClr>
                </a:solidFill>
                <a:latin typeface="Bahnschrift Light"/>
                <a:ea typeface="Cambria"/>
                <a:cs typeface="Cambria" panose="02040503050406030204" pitchFamily="18" charset="0"/>
              </a:rPr>
              <a:t> of </a:t>
            </a:r>
            <a:r>
              <a:rPr lang="fr-FR" dirty="0" err="1">
                <a:solidFill>
                  <a:schemeClr val="tx1">
                    <a:lumMod val="75000"/>
                    <a:lumOff val="25000"/>
                  </a:schemeClr>
                </a:solidFill>
                <a:latin typeface="Bahnschrift Light"/>
                <a:ea typeface="Cambria"/>
                <a:cs typeface="Cambria" panose="02040503050406030204" pitchFamily="18" charset="0"/>
              </a:rPr>
              <a:t>generic</a:t>
            </a:r>
            <a:r>
              <a:rPr lang="fr-FR" dirty="0">
                <a:solidFill>
                  <a:schemeClr val="tx1">
                    <a:lumMod val="75000"/>
                    <a:lumOff val="25000"/>
                  </a:schemeClr>
                </a:solidFill>
                <a:latin typeface="Bahnschrift Light"/>
                <a:ea typeface="Cambria"/>
                <a:cs typeface="Cambria" panose="02040503050406030204" pitchFamily="18" charset="0"/>
              </a:rPr>
              <a:t> model vs observation (Validation)</a:t>
            </a:r>
            <a:endParaRPr lang="fr-FR" dirty="0">
              <a:solidFill>
                <a:schemeClr val="tx1">
                  <a:lumMod val="75000"/>
                  <a:lumOff val="25000"/>
                </a:schemeClr>
              </a:solidFill>
              <a:effectLst/>
              <a:latin typeface="Bahnschrift Light"/>
              <a:ea typeface="Cambria"/>
              <a:cs typeface="Cambria" panose="02040503050406030204" pitchFamily="18" charset="0"/>
            </a:endParaRPr>
          </a:p>
        </p:txBody>
      </p:sp>
      <p:sp>
        <p:nvSpPr>
          <p:cNvPr id="16" name="ZoneTexte 15">
            <a:extLst>
              <a:ext uri="{FF2B5EF4-FFF2-40B4-BE49-F238E27FC236}">
                <a16:creationId xmlns:a16="http://schemas.microsoft.com/office/drawing/2014/main" id="{23BCF47B-13EE-4BC9-BF70-C017F6B0731F}"/>
              </a:ext>
            </a:extLst>
          </p:cNvPr>
          <p:cNvSpPr txBox="1"/>
          <p:nvPr/>
        </p:nvSpPr>
        <p:spPr>
          <a:xfrm rot="5400000">
            <a:off x="10963942" y="3947343"/>
            <a:ext cx="2188248" cy="306109"/>
          </a:xfrm>
          <a:prstGeom prst="rect">
            <a:avLst/>
          </a:prstGeom>
          <a:noFill/>
        </p:spPr>
        <p:txBody>
          <a:bodyPr wrap="square">
            <a:spAutoFit/>
          </a:bodyPr>
          <a:lstStyle/>
          <a:p>
            <a:pPr lvl="0" algn="just">
              <a:lnSpc>
                <a:spcPct val="107000"/>
              </a:lnSpc>
            </a:pPr>
            <a:r>
              <a:rPr lang="fr-FR" sz="1400" err="1">
                <a:latin typeface="Arial" panose="020B0604020202020204" pitchFamily="34" charset="0"/>
                <a:ea typeface="Cambria" panose="02040503050406030204" pitchFamily="18" charset="0"/>
                <a:cs typeface="Arial" panose="020B0604020202020204" pitchFamily="34" charset="0"/>
              </a:rPr>
              <a:t>Cumulated</a:t>
            </a:r>
            <a:r>
              <a:rPr lang="fr-FR" sz="1400">
                <a:latin typeface="Arial" panose="020B0604020202020204" pitchFamily="34" charset="0"/>
                <a:ea typeface="Cambria" panose="02040503050406030204" pitchFamily="18" charset="0"/>
                <a:cs typeface="Arial" panose="020B0604020202020204" pitchFamily="34" charset="0"/>
              </a:rPr>
              <a:t> (</a:t>
            </a:r>
            <a:r>
              <a:rPr lang="fr-FR" sz="1400" err="1">
                <a:latin typeface="Arial" panose="020B0604020202020204" pitchFamily="34" charset="0"/>
                <a:ea typeface="Cambria" panose="02040503050406030204" pitchFamily="18" charset="0"/>
                <a:cs typeface="Arial" panose="020B0604020202020204" pitchFamily="34" charset="0"/>
              </a:rPr>
              <a:t>kgC</a:t>
            </a:r>
            <a:r>
              <a:rPr lang="fr-FR" sz="1400">
                <a:latin typeface="Arial" panose="020B0604020202020204" pitchFamily="34" charset="0"/>
                <a:ea typeface="Cambria" panose="02040503050406030204" pitchFamily="18" charset="0"/>
                <a:cs typeface="Arial" panose="020B0604020202020204" pitchFamily="34" charset="0"/>
              </a:rPr>
              <a:t>)</a:t>
            </a:r>
            <a:endParaRPr lang="fr-FR" sz="1400">
              <a:effectLst/>
              <a:latin typeface="Arial" panose="020B0604020202020204" pitchFamily="34" charset="0"/>
              <a:ea typeface="Cambria" panose="02040503050406030204" pitchFamily="18" charset="0"/>
              <a:cs typeface="Arial" panose="020B0604020202020204" pitchFamily="34" charset="0"/>
            </a:endParaRPr>
          </a:p>
        </p:txBody>
      </p:sp>
      <p:cxnSp>
        <p:nvCxnSpPr>
          <p:cNvPr id="18" name="Connecteur droit 17">
            <a:extLst>
              <a:ext uri="{FF2B5EF4-FFF2-40B4-BE49-F238E27FC236}">
                <a16:creationId xmlns:a16="http://schemas.microsoft.com/office/drawing/2014/main" id="{205461EF-2249-43B9-8AEB-C41F032FCD30}"/>
              </a:ext>
            </a:extLst>
          </p:cNvPr>
          <p:cNvCxnSpPr>
            <a:endCxn id="16" idx="1"/>
          </p:cNvCxnSpPr>
          <p:nvPr/>
        </p:nvCxnSpPr>
        <p:spPr>
          <a:xfrm>
            <a:off x="12058066" y="2578960"/>
            <a:ext cx="0" cy="427314"/>
          </a:xfrm>
          <a:prstGeom prst="line">
            <a:avLst/>
          </a:prstGeom>
          <a:ln w="9525">
            <a:prstDash val="dash"/>
          </a:ln>
        </p:spPr>
        <p:style>
          <a:lnRef idx="1">
            <a:schemeClr val="dk1"/>
          </a:lnRef>
          <a:fillRef idx="0">
            <a:schemeClr val="dk1"/>
          </a:fillRef>
          <a:effectRef idx="0">
            <a:schemeClr val="dk1"/>
          </a:effectRef>
          <a:fontRef idx="minor">
            <a:schemeClr val="tx1"/>
          </a:fontRef>
        </p:style>
      </p:cxnSp>
      <p:cxnSp>
        <p:nvCxnSpPr>
          <p:cNvPr id="19" name="Connecteur droit 18">
            <a:extLst>
              <a:ext uri="{FF2B5EF4-FFF2-40B4-BE49-F238E27FC236}">
                <a16:creationId xmlns:a16="http://schemas.microsoft.com/office/drawing/2014/main" id="{00FABDFA-264B-422A-B43E-80E42613FFB5}"/>
              </a:ext>
            </a:extLst>
          </p:cNvPr>
          <p:cNvCxnSpPr/>
          <p:nvPr/>
        </p:nvCxnSpPr>
        <p:spPr>
          <a:xfrm>
            <a:off x="717279" y="2365303"/>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cxnSp>
        <p:nvCxnSpPr>
          <p:cNvPr id="20" name="Connecteur droit 19">
            <a:extLst>
              <a:ext uri="{FF2B5EF4-FFF2-40B4-BE49-F238E27FC236}">
                <a16:creationId xmlns:a16="http://schemas.microsoft.com/office/drawing/2014/main" id="{3D3111DB-7136-44FB-A33D-BDD0188763B5}"/>
              </a:ext>
            </a:extLst>
          </p:cNvPr>
          <p:cNvCxnSpPr/>
          <p:nvPr/>
        </p:nvCxnSpPr>
        <p:spPr>
          <a:xfrm>
            <a:off x="4412979" y="2379565"/>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sp>
        <p:nvSpPr>
          <p:cNvPr id="22" name="ZoneTexte 21">
            <a:extLst>
              <a:ext uri="{FF2B5EF4-FFF2-40B4-BE49-F238E27FC236}">
                <a16:creationId xmlns:a16="http://schemas.microsoft.com/office/drawing/2014/main" id="{91540A15-DB6C-4EC1-8446-CFB09EB62EF6}"/>
              </a:ext>
            </a:extLst>
          </p:cNvPr>
          <p:cNvSpPr txBox="1"/>
          <p:nvPr/>
        </p:nvSpPr>
        <p:spPr>
          <a:xfrm>
            <a:off x="106430" y="6599623"/>
            <a:ext cx="5355098" cy="230832"/>
          </a:xfrm>
          <a:prstGeom prst="rect">
            <a:avLst/>
          </a:prstGeom>
          <a:noFill/>
        </p:spPr>
        <p:txBody>
          <a:bodyPr wrap="square" rtlCol="0">
            <a:spAutoFit/>
          </a:bodyPr>
          <a:lstStyle/>
          <a:p>
            <a:r>
              <a:rPr lang="fr-FR" sz="900"/>
              <a:t>(Robin et al. 2019)</a:t>
            </a:r>
            <a:endParaRPr lang="fr-FR" sz="900">
              <a:solidFill>
                <a:srgbClr val="434343"/>
              </a:solidFill>
              <a:latin typeface="Bahnschrift Light" panose="020B0502040204020203" pitchFamily="34" charset="0"/>
            </a:endParaRPr>
          </a:p>
        </p:txBody>
      </p:sp>
      <p:sp>
        <p:nvSpPr>
          <p:cNvPr id="3" name="ZoneTexte 2">
            <a:extLst>
              <a:ext uri="{FF2B5EF4-FFF2-40B4-BE49-F238E27FC236}">
                <a16:creationId xmlns:a16="http://schemas.microsoft.com/office/drawing/2014/main" id="{28F7BECF-4214-D9FD-C4E3-DF65D129756E}"/>
              </a:ext>
            </a:extLst>
          </p:cNvPr>
          <p:cNvSpPr txBox="1"/>
          <p:nvPr/>
        </p:nvSpPr>
        <p:spPr>
          <a:xfrm>
            <a:off x="1567905" y="1478280"/>
            <a:ext cx="1941285"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latin typeface="Bahnschrift"/>
                <a:ea typeface="Calibri"/>
                <a:cs typeface="Calibri"/>
              </a:rPr>
              <a:t>Carbon </a:t>
            </a:r>
            <a:r>
              <a:rPr lang="fr-FR" err="1">
                <a:latin typeface="Bahnschrift"/>
                <a:ea typeface="Calibri"/>
                <a:cs typeface="Calibri"/>
              </a:rPr>
              <a:t>dioxide</a:t>
            </a:r>
            <a:endParaRPr lang="fr-FR" err="1">
              <a:latin typeface="Bahnschrift"/>
            </a:endParaRPr>
          </a:p>
        </p:txBody>
      </p:sp>
      <p:sp>
        <p:nvSpPr>
          <p:cNvPr id="6" name="Rectangle 5">
            <a:extLst>
              <a:ext uri="{FF2B5EF4-FFF2-40B4-BE49-F238E27FC236}">
                <a16:creationId xmlns:a16="http://schemas.microsoft.com/office/drawing/2014/main" id="{42860C06-2AA5-0902-468B-A23598378085}"/>
              </a:ext>
            </a:extLst>
          </p:cNvPr>
          <p:cNvSpPr/>
          <p:nvPr/>
        </p:nvSpPr>
        <p:spPr>
          <a:xfrm>
            <a:off x="3993605" y="2178231"/>
            <a:ext cx="544285" cy="2873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44EA3354-220B-C0CB-88B1-1FF330251C5D}"/>
              </a:ext>
            </a:extLst>
          </p:cNvPr>
          <p:cNvSpPr/>
          <p:nvPr/>
        </p:nvSpPr>
        <p:spPr>
          <a:xfrm>
            <a:off x="7844245" y="2361110"/>
            <a:ext cx="188685" cy="2822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93255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a:rPr>
              <a:t>Generic</a:t>
            </a:r>
            <a:r>
              <a:rPr lang="fr-FR">
                <a:solidFill>
                  <a:srgbClr val="434343"/>
                </a:solidFill>
                <a:latin typeface="Bahnschrift SemiBold Condensed"/>
              </a:rPr>
              <a:t> </a:t>
            </a:r>
            <a:r>
              <a:rPr lang="fr-FR" err="1">
                <a:solidFill>
                  <a:srgbClr val="434343"/>
                </a:solidFill>
                <a:latin typeface="Bahnschrift SemiBold Condensed"/>
              </a:rPr>
              <a:t>composting</a:t>
            </a:r>
            <a:r>
              <a:rPr lang="fr-FR">
                <a:solidFill>
                  <a:srgbClr val="434343"/>
                </a:solidFill>
                <a:latin typeface="Bahnschrift SemiBold Condensed"/>
              </a:rPr>
              <a:t> model</a:t>
            </a:r>
            <a:endParaRPr lang="fr-FR">
              <a:solidFill>
                <a:srgbClr val="000000"/>
              </a:solidFill>
              <a:latin typeface="Bahnschrift SemiBold Condensed"/>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7</a:t>
            </a:fld>
            <a:endParaRPr lang="fr-FR" sz="1400">
              <a:latin typeface="Bahnschrift Light" panose="020B0502040204020203" pitchFamily="34" charset="0"/>
            </a:endParaRPr>
          </a:p>
        </p:txBody>
      </p:sp>
      <p:pic>
        <p:nvPicPr>
          <p:cNvPr id="6" name="Image 5">
            <a:extLst>
              <a:ext uri="{FF2B5EF4-FFF2-40B4-BE49-F238E27FC236}">
                <a16:creationId xmlns:a16="http://schemas.microsoft.com/office/drawing/2014/main" id="{9BAD3EB0-285A-4E05-B344-91BB4B76E89E}"/>
              </a:ext>
            </a:extLst>
          </p:cNvPr>
          <p:cNvPicPr>
            <a:picLocks noChangeAspect="1"/>
          </p:cNvPicPr>
          <p:nvPr/>
        </p:nvPicPr>
        <p:blipFill rotWithShape="1">
          <a:blip r:embed="rId3">
            <a:extLst>
              <a:ext uri="{28A0092B-C50C-407E-A947-70E740481C1C}">
                <a14:useLocalDpi xmlns:a14="http://schemas.microsoft.com/office/drawing/2010/main" val="0"/>
              </a:ext>
            </a:extLst>
          </a:blip>
          <a:srcRect l="1893"/>
          <a:stretch/>
        </p:blipFill>
        <p:spPr>
          <a:xfrm>
            <a:off x="203728" y="1435128"/>
            <a:ext cx="11654971" cy="4691513"/>
          </a:xfrm>
          <a:prstGeom prst="rect">
            <a:avLst/>
          </a:prstGeom>
        </p:spPr>
      </p:pic>
      <p:sp>
        <p:nvSpPr>
          <p:cNvPr id="2" name="Rectangle 1">
            <a:extLst>
              <a:ext uri="{FF2B5EF4-FFF2-40B4-BE49-F238E27FC236}">
                <a16:creationId xmlns:a16="http://schemas.microsoft.com/office/drawing/2014/main" id="{DBA54230-AA22-4FB6-B543-8ED838198B74}"/>
              </a:ext>
            </a:extLst>
          </p:cNvPr>
          <p:cNvSpPr/>
          <p:nvPr/>
        </p:nvSpPr>
        <p:spPr>
          <a:xfrm>
            <a:off x="8938260" y="1460345"/>
            <a:ext cx="2057400" cy="23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err="1">
                <a:solidFill>
                  <a:schemeClr val="tx1"/>
                </a:solidFill>
                <a:latin typeface="Bahnschrift" panose="020B0502040204020203" pitchFamily="34" charset="0"/>
              </a:rPr>
              <a:t>Nitrous</a:t>
            </a:r>
            <a:r>
              <a:rPr lang="fr-FR">
                <a:solidFill>
                  <a:schemeClr val="tx1"/>
                </a:solidFill>
                <a:latin typeface="Bahnschrift" panose="020B0502040204020203" pitchFamily="34" charset="0"/>
              </a:rPr>
              <a:t> oxide</a:t>
            </a:r>
          </a:p>
        </p:txBody>
      </p:sp>
      <p:sp>
        <p:nvSpPr>
          <p:cNvPr id="13" name="ZoneTexte 12">
            <a:extLst>
              <a:ext uri="{FF2B5EF4-FFF2-40B4-BE49-F238E27FC236}">
                <a16:creationId xmlns:a16="http://schemas.microsoft.com/office/drawing/2014/main" id="{CCD1F384-E3F5-4DF5-A929-099C21F6E123}"/>
              </a:ext>
            </a:extLst>
          </p:cNvPr>
          <p:cNvSpPr txBox="1"/>
          <p:nvPr/>
        </p:nvSpPr>
        <p:spPr>
          <a:xfrm>
            <a:off x="-168275" y="6169847"/>
            <a:ext cx="11955798" cy="362215"/>
          </a:xfrm>
          <a:prstGeom prst="rect">
            <a:avLst/>
          </a:prstGeom>
          <a:noFill/>
        </p:spPr>
        <p:txBody>
          <a:bodyPr wrap="square" lIns="91440" tIns="45720" rIns="91440" bIns="45720" anchor="t">
            <a:spAutoFit/>
          </a:bodyPr>
          <a:lstStyle/>
          <a:p>
            <a:pPr lvl="0" algn="ctr">
              <a:lnSpc>
                <a:spcPct val="107000"/>
              </a:lnSpc>
            </a:pPr>
            <a:r>
              <a:rPr lang="fr-FR" dirty="0" err="1">
                <a:solidFill>
                  <a:schemeClr val="tx1">
                    <a:lumMod val="75000"/>
                    <a:lumOff val="25000"/>
                  </a:schemeClr>
                </a:solidFill>
                <a:effectLst/>
                <a:latin typeface="Bahnschrift Light"/>
                <a:ea typeface="Cambria"/>
                <a:cs typeface="Cambria" panose="02040503050406030204" pitchFamily="18" charset="0"/>
              </a:rPr>
              <a:t>Hourly</a:t>
            </a:r>
            <a:r>
              <a:rPr lang="fr-FR" dirty="0">
                <a:solidFill>
                  <a:schemeClr val="tx1">
                    <a:lumMod val="75000"/>
                    <a:lumOff val="25000"/>
                  </a:schemeClr>
                </a:solidFill>
                <a:effectLst/>
                <a:latin typeface="Bahnschrift Light"/>
                <a:ea typeface="Cambria"/>
                <a:cs typeface="Cambria" panose="02040503050406030204" pitchFamily="18" charset="0"/>
              </a:rPr>
              <a:t> a</a:t>
            </a:r>
            <a:r>
              <a:rPr lang="fr-FR" dirty="0">
                <a:solidFill>
                  <a:schemeClr val="tx1">
                    <a:lumMod val="75000"/>
                    <a:lumOff val="25000"/>
                  </a:schemeClr>
                </a:solidFill>
                <a:latin typeface="Bahnschrift Light"/>
                <a:ea typeface="Cambria"/>
                <a:cs typeface="Cambria" panose="02040503050406030204" pitchFamily="18" charset="0"/>
              </a:rPr>
              <a:t>nd </a:t>
            </a:r>
            <a:r>
              <a:rPr lang="fr-FR" dirty="0" err="1">
                <a:solidFill>
                  <a:schemeClr val="tx1">
                    <a:lumMod val="75000"/>
                    <a:lumOff val="25000"/>
                  </a:schemeClr>
                </a:solidFill>
                <a:latin typeface="Bahnschrift Light"/>
                <a:ea typeface="Cambria"/>
                <a:cs typeface="Cambria" panose="02040503050406030204" pitchFamily="18" charset="0"/>
              </a:rPr>
              <a:t>cumulated</a:t>
            </a:r>
            <a:r>
              <a:rPr lang="fr-FR" dirty="0">
                <a:solidFill>
                  <a:schemeClr val="tx1">
                    <a:lumMod val="75000"/>
                    <a:lumOff val="25000"/>
                  </a:schemeClr>
                </a:solidFill>
                <a:latin typeface="Bahnschrift Light"/>
                <a:ea typeface="Cambria"/>
                <a:cs typeface="Cambria" panose="02040503050406030204" pitchFamily="18" charset="0"/>
              </a:rPr>
              <a:t> </a:t>
            </a:r>
            <a:r>
              <a:rPr lang="fr-FR" dirty="0" err="1">
                <a:solidFill>
                  <a:schemeClr val="tx1">
                    <a:lumMod val="75000"/>
                    <a:lumOff val="25000"/>
                  </a:schemeClr>
                </a:solidFill>
                <a:latin typeface="Bahnschrift Light"/>
                <a:ea typeface="Cambria"/>
                <a:cs typeface="Cambria" panose="02040503050406030204" pitchFamily="18" charset="0"/>
              </a:rPr>
              <a:t>emissions</a:t>
            </a:r>
            <a:r>
              <a:rPr lang="fr-FR" dirty="0">
                <a:solidFill>
                  <a:schemeClr val="tx1">
                    <a:lumMod val="75000"/>
                    <a:lumOff val="25000"/>
                  </a:schemeClr>
                </a:solidFill>
                <a:latin typeface="Bahnschrift Light"/>
                <a:ea typeface="Cambria"/>
                <a:cs typeface="Cambria" panose="02040503050406030204" pitchFamily="18" charset="0"/>
              </a:rPr>
              <a:t> of </a:t>
            </a:r>
            <a:r>
              <a:rPr lang="fr-FR" dirty="0" err="1">
                <a:solidFill>
                  <a:schemeClr val="tx1">
                    <a:lumMod val="75000"/>
                    <a:lumOff val="25000"/>
                  </a:schemeClr>
                </a:solidFill>
                <a:latin typeface="Bahnschrift Light"/>
                <a:ea typeface="Cambria"/>
                <a:cs typeface="Cambria" panose="02040503050406030204" pitchFamily="18" charset="0"/>
              </a:rPr>
              <a:t>generic</a:t>
            </a:r>
            <a:r>
              <a:rPr lang="fr-FR" dirty="0">
                <a:solidFill>
                  <a:schemeClr val="tx1">
                    <a:lumMod val="75000"/>
                    <a:lumOff val="25000"/>
                  </a:schemeClr>
                </a:solidFill>
                <a:latin typeface="Bahnschrift Light"/>
                <a:ea typeface="Cambria"/>
                <a:cs typeface="Cambria" panose="02040503050406030204" pitchFamily="18" charset="0"/>
              </a:rPr>
              <a:t> model vs observation (Tropical conditions)</a:t>
            </a:r>
            <a:endParaRPr lang="fr-FR" dirty="0">
              <a:solidFill>
                <a:schemeClr val="tx1">
                  <a:lumMod val="75000"/>
                  <a:lumOff val="25000"/>
                </a:schemeClr>
              </a:solidFill>
              <a:effectLst/>
              <a:latin typeface="Bahnschrift Light"/>
              <a:ea typeface="Cambria"/>
              <a:cs typeface="Cambria" panose="02040503050406030204" pitchFamily="18" charset="0"/>
            </a:endParaRPr>
          </a:p>
        </p:txBody>
      </p:sp>
      <p:sp>
        <p:nvSpPr>
          <p:cNvPr id="14" name="ZoneTexte 13">
            <a:extLst>
              <a:ext uri="{FF2B5EF4-FFF2-40B4-BE49-F238E27FC236}">
                <a16:creationId xmlns:a16="http://schemas.microsoft.com/office/drawing/2014/main" id="{8E5B09EE-E338-47F3-943C-7AD41448378B}"/>
              </a:ext>
            </a:extLst>
          </p:cNvPr>
          <p:cNvSpPr txBox="1"/>
          <p:nvPr/>
        </p:nvSpPr>
        <p:spPr>
          <a:xfrm rot="5400000">
            <a:off x="2954489" y="3856262"/>
            <a:ext cx="2188248" cy="306109"/>
          </a:xfrm>
          <a:prstGeom prst="rect">
            <a:avLst/>
          </a:prstGeom>
          <a:noFill/>
        </p:spPr>
        <p:txBody>
          <a:bodyPr wrap="square">
            <a:spAutoFit/>
          </a:bodyPr>
          <a:lstStyle/>
          <a:p>
            <a:pPr lvl="0" algn="just">
              <a:lnSpc>
                <a:spcPct val="107000"/>
              </a:lnSpc>
            </a:pPr>
            <a:r>
              <a:rPr lang="fr-FR" sz="1400" err="1">
                <a:latin typeface="Arial" panose="020B0604020202020204" pitchFamily="34" charset="0"/>
                <a:ea typeface="Cambria" panose="02040503050406030204" pitchFamily="18" charset="0"/>
                <a:cs typeface="Arial" panose="020B0604020202020204" pitchFamily="34" charset="0"/>
              </a:rPr>
              <a:t>Cumulated</a:t>
            </a:r>
            <a:r>
              <a:rPr lang="fr-FR" sz="1400">
                <a:latin typeface="Arial" panose="020B0604020202020204" pitchFamily="34" charset="0"/>
                <a:ea typeface="Cambria" panose="02040503050406030204" pitchFamily="18" charset="0"/>
                <a:cs typeface="Arial" panose="020B0604020202020204" pitchFamily="34" charset="0"/>
              </a:rPr>
              <a:t> (</a:t>
            </a:r>
            <a:r>
              <a:rPr lang="fr-FR" sz="1400" err="1">
                <a:latin typeface="Arial" panose="020B0604020202020204" pitchFamily="34" charset="0"/>
                <a:ea typeface="Cambria" panose="02040503050406030204" pitchFamily="18" charset="0"/>
                <a:cs typeface="Arial" panose="020B0604020202020204" pitchFamily="34" charset="0"/>
              </a:rPr>
              <a:t>kgC</a:t>
            </a:r>
            <a:r>
              <a:rPr lang="fr-FR" sz="1400">
                <a:latin typeface="Arial" panose="020B0604020202020204" pitchFamily="34" charset="0"/>
                <a:ea typeface="Cambria" panose="02040503050406030204" pitchFamily="18" charset="0"/>
                <a:cs typeface="Arial" panose="020B0604020202020204" pitchFamily="34" charset="0"/>
              </a:rPr>
              <a:t>)</a:t>
            </a:r>
            <a:endParaRPr lang="fr-FR" sz="1400">
              <a:effectLst/>
              <a:latin typeface="Arial" panose="020B0604020202020204" pitchFamily="34" charset="0"/>
              <a:ea typeface="Cambria" panose="02040503050406030204" pitchFamily="18" charset="0"/>
              <a:cs typeface="Arial" panose="020B0604020202020204" pitchFamily="34" charset="0"/>
            </a:endParaRPr>
          </a:p>
        </p:txBody>
      </p:sp>
      <p:cxnSp>
        <p:nvCxnSpPr>
          <p:cNvPr id="15" name="Connecteur droit 14">
            <a:extLst>
              <a:ext uri="{FF2B5EF4-FFF2-40B4-BE49-F238E27FC236}">
                <a16:creationId xmlns:a16="http://schemas.microsoft.com/office/drawing/2014/main" id="{DF8FFD1F-CD10-4FD1-8775-5F6B4A3A8776}"/>
              </a:ext>
            </a:extLst>
          </p:cNvPr>
          <p:cNvCxnSpPr>
            <a:cxnSpLocks/>
          </p:cNvCxnSpPr>
          <p:nvPr/>
        </p:nvCxnSpPr>
        <p:spPr>
          <a:xfrm>
            <a:off x="4048613" y="2487879"/>
            <a:ext cx="0" cy="427314"/>
          </a:xfrm>
          <a:prstGeom prst="line">
            <a:avLst/>
          </a:prstGeom>
          <a:ln w="9525">
            <a:prstDash val="dash"/>
          </a:ln>
        </p:spPr>
        <p:style>
          <a:lnRef idx="1">
            <a:schemeClr val="dk1"/>
          </a:lnRef>
          <a:fillRef idx="0">
            <a:schemeClr val="dk1"/>
          </a:fillRef>
          <a:effectRef idx="0">
            <a:schemeClr val="dk1"/>
          </a:effectRef>
          <a:fontRef idx="minor">
            <a:schemeClr val="tx1"/>
          </a:fontRef>
        </p:style>
      </p:cxnSp>
      <p:sp>
        <p:nvSpPr>
          <p:cNvPr id="16" name="ZoneTexte 15">
            <a:extLst>
              <a:ext uri="{FF2B5EF4-FFF2-40B4-BE49-F238E27FC236}">
                <a16:creationId xmlns:a16="http://schemas.microsoft.com/office/drawing/2014/main" id="{A32D530D-8491-4CF8-989A-3F6A614AF493}"/>
              </a:ext>
            </a:extLst>
          </p:cNvPr>
          <p:cNvSpPr txBox="1"/>
          <p:nvPr/>
        </p:nvSpPr>
        <p:spPr>
          <a:xfrm rot="5400000">
            <a:off x="6535476" y="3856263"/>
            <a:ext cx="2188248" cy="306109"/>
          </a:xfrm>
          <a:prstGeom prst="rect">
            <a:avLst/>
          </a:prstGeom>
          <a:noFill/>
        </p:spPr>
        <p:txBody>
          <a:bodyPr wrap="square">
            <a:spAutoFit/>
          </a:bodyPr>
          <a:lstStyle/>
          <a:p>
            <a:pPr lvl="0" algn="just">
              <a:lnSpc>
                <a:spcPct val="107000"/>
              </a:lnSpc>
            </a:pPr>
            <a:r>
              <a:rPr lang="fr-FR" sz="1400" err="1">
                <a:latin typeface="Arial" panose="020B0604020202020204" pitchFamily="34" charset="0"/>
                <a:ea typeface="Cambria" panose="02040503050406030204" pitchFamily="18" charset="0"/>
                <a:cs typeface="Arial" panose="020B0604020202020204" pitchFamily="34" charset="0"/>
              </a:rPr>
              <a:t>Cumulated</a:t>
            </a:r>
            <a:r>
              <a:rPr lang="fr-FR" sz="1400">
                <a:latin typeface="Arial" panose="020B0604020202020204" pitchFamily="34" charset="0"/>
                <a:ea typeface="Cambria" panose="02040503050406030204" pitchFamily="18" charset="0"/>
                <a:cs typeface="Arial" panose="020B0604020202020204" pitchFamily="34" charset="0"/>
              </a:rPr>
              <a:t> (</a:t>
            </a:r>
            <a:r>
              <a:rPr lang="fr-FR" sz="1400" err="1">
                <a:latin typeface="Arial" panose="020B0604020202020204" pitchFamily="34" charset="0"/>
                <a:ea typeface="Cambria" panose="02040503050406030204" pitchFamily="18" charset="0"/>
                <a:cs typeface="Arial" panose="020B0604020202020204" pitchFamily="34" charset="0"/>
              </a:rPr>
              <a:t>kgC</a:t>
            </a:r>
            <a:r>
              <a:rPr lang="fr-FR" sz="1400">
                <a:latin typeface="Arial" panose="020B0604020202020204" pitchFamily="34" charset="0"/>
                <a:ea typeface="Cambria" panose="02040503050406030204" pitchFamily="18" charset="0"/>
                <a:cs typeface="Arial" panose="020B0604020202020204" pitchFamily="34" charset="0"/>
              </a:rPr>
              <a:t>)</a:t>
            </a:r>
            <a:endParaRPr lang="fr-FR" sz="1400">
              <a:effectLst/>
              <a:latin typeface="Arial" panose="020B0604020202020204" pitchFamily="34" charset="0"/>
              <a:ea typeface="Cambria" panose="02040503050406030204" pitchFamily="18" charset="0"/>
              <a:cs typeface="Arial" panose="020B0604020202020204" pitchFamily="34" charset="0"/>
            </a:endParaRPr>
          </a:p>
        </p:txBody>
      </p:sp>
      <p:cxnSp>
        <p:nvCxnSpPr>
          <p:cNvPr id="17" name="Connecteur droit 16">
            <a:extLst>
              <a:ext uri="{FF2B5EF4-FFF2-40B4-BE49-F238E27FC236}">
                <a16:creationId xmlns:a16="http://schemas.microsoft.com/office/drawing/2014/main" id="{44D29D00-C8BC-48BB-AABC-D8B8EBCB7E5B}"/>
              </a:ext>
            </a:extLst>
          </p:cNvPr>
          <p:cNvCxnSpPr>
            <a:cxnSpLocks/>
          </p:cNvCxnSpPr>
          <p:nvPr/>
        </p:nvCxnSpPr>
        <p:spPr>
          <a:xfrm>
            <a:off x="7629600" y="2487880"/>
            <a:ext cx="0" cy="427314"/>
          </a:xfrm>
          <a:prstGeom prst="line">
            <a:avLst/>
          </a:prstGeom>
          <a:ln w="9525">
            <a:prstDash val="dash"/>
          </a:ln>
        </p:spPr>
        <p:style>
          <a:lnRef idx="1">
            <a:schemeClr val="dk1"/>
          </a:lnRef>
          <a:fillRef idx="0">
            <a:schemeClr val="dk1"/>
          </a:fillRef>
          <a:effectRef idx="0">
            <a:schemeClr val="dk1"/>
          </a:effectRef>
          <a:fontRef idx="minor">
            <a:schemeClr val="tx1"/>
          </a:fontRef>
        </p:style>
      </p:cxnSp>
      <p:sp>
        <p:nvSpPr>
          <p:cNvPr id="18" name="ZoneTexte 17">
            <a:extLst>
              <a:ext uri="{FF2B5EF4-FFF2-40B4-BE49-F238E27FC236}">
                <a16:creationId xmlns:a16="http://schemas.microsoft.com/office/drawing/2014/main" id="{A6ADA313-E951-4669-A22E-1365A4DB797D}"/>
              </a:ext>
            </a:extLst>
          </p:cNvPr>
          <p:cNvSpPr txBox="1"/>
          <p:nvPr/>
        </p:nvSpPr>
        <p:spPr>
          <a:xfrm rot="5400000">
            <a:off x="10810888" y="3856262"/>
            <a:ext cx="2188248" cy="306109"/>
          </a:xfrm>
          <a:prstGeom prst="rect">
            <a:avLst/>
          </a:prstGeom>
          <a:noFill/>
        </p:spPr>
        <p:txBody>
          <a:bodyPr wrap="square">
            <a:spAutoFit/>
          </a:bodyPr>
          <a:lstStyle/>
          <a:p>
            <a:pPr lvl="0" algn="just">
              <a:lnSpc>
                <a:spcPct val="107000"/>
              </a:lnSpc>
            </a:pPr>
            <a:r>
              <a:rPr lang="fr-FR" sz="1400" err="1">
                <a:latin typeface="Arial" panose="020B0604020202020204" pitchFamily="34" charset="0"/>
                <a:ea typeface="Cambria" panose="02040503050406030204" pitchFamily="18" charset="0"/>
                <a:cs typeface="Arial" panose="020B0604020202020204" pitchFamily="34" charset="0"/>
              </a:rPr>
              <a:t>Cumulated</a:t>
            </a:r>
            <a:r>
              <a:rPr lang="fr-FR" sz="1400">
                <a:latin typeface="Arial" panose="020B0604020202020204" pitchFamily="34" charset="0"/>
                <a:ea typeface="Cambria" panose="02040503050406030204" pitchFamily="18" charset="0"/>
                <a:cs typeface="Arial" panose="020B0604020202020204" pitchFamily="34" charset="0"/>
              </a:rPr>
              <a:t> (</a:t>
            </a:r>
            <a:r>
              <a:rPr lang="fr-FR" sz="1400" err="1">
                <a:latin typeface="Arial" panose="020B0604020202020204" pitchFamily="34" charset="0"/>
                <a:ea typeface="Cambria" panose="02040503050406030204" pitchFamily="18" charset="0"/>
                <a:cs typeface="Arial" panose="020B0604020202020204" pitchFamily="34" charset="0"/>
              </a:rPr>
              <a:t>kgC</a:t>
            </a:r>
            <a:r>
              <a:rPr lang="fr-FR" sz="1400">
                <a:latin typeface="Arial" panose="020B0604020202020204" pitchFamily="34" charset="0"/>
                <a:ea typeface="Cambria" panose="02040503050406030204" pitchFamily="18" charset="0"/>
                <a:cs typeface="Arial" panose="020B0604020202020204" pitchFamily="34" charset="0"/>
              </a:rPr>
              <a:t>)</a:t>
            </a:r>
            <a:endParaRPr lang="fr-FR" sz="1400">
              <a:effectLst/>
              <a:latin typeface="Arial" panose="020B0604020202020204" pitchFamily="34" charset="0"/>
              <a:ea typeface="Cambria" panose="02040503050406030204" pitchFamily="18" charset="0"/>
              <a:cs typeface="Arial" panose="020B0604020202020204" pitchFamily="34" charset="0"/>
            </a:endParaRPr>
          </a:p>
        </p:txBody>
      </p:sp>
      <p:cxnSp>
        <p:nvCxnSpPr>
          <p:cNvPr id="19" name="Connecteur droit 18">
            <a:extLst>
              <a:ext uri="{FF2B5EF4-FFF2-40B4-BE49-F238E27FC236}">
                <a16:creationId xmlns:a16="http://schemas.microsoft.com/office/drawing/2014/main" id="{45188E90-90D5-4C7E-8F65-AA184EBA6F5F}"/>
              </a:ext>
            </a:extLst>
          </p:cNvPr>
          <p:cNvCxnSpPr>
            <a:cxnSpLocks/>
          </p:cNvCxnSpPr>
          <p:nvPr/>
        </p:nvCxnSpPr>
        <p:spPr>
          <a:xfrm>
            <a:off x="11905012" y="2487879"/>
            <a:ext cx="0" cy="427314"/>
          </a:xfrm>
          <a:prstGeom prst="line">
            <a:avLst/>
          </a:prstGeom>
          <a:ln w="9525">
            <a:prstDash val="dash"/>
          </a:ln>
        </p:spPr>
        <p:style>
          <a:lnRef idx="1">
            <a:schemeClr val="dk1"/>
          </a:lnRef>
          <a:fillRef idx="0">
            <a:schemeClr val="dk1"/>
          </a:fillRef>
          <a:effectRef idx="0">
            <a:schemeClr val="dk1"/>
          </a:effectRef>
          <a:fontRef idx="minor">
            <a:schemeClr val="tx1"/>
          </a:fontRef>
        </p:style>
      </p:cxnSp>
      <p:cxnSp>
        <p:nvCxnSpPr>
          <p:cNvPr id="20" name="Connecteur droit 19">
            <a:extLst>
              <a:ext uri="{FF2B5EF4-FFF2-40B4-BE49-F238E27FC236}">
                <a16:creationId xmlns:a16="http://schemas.microsoft.com/office/drawing/2014/main" id="{851CB61B-92E9-441D-9F23-6FD0FC8D31DA}"/>
              </a:ext>
            </a:extLst>
          </p:cNvPr>
          <p:cNvCxnSpPr/>
          <p:nvPr/>
        </p:nvCxnSpPr>
        <p:spPr>
          <a:xfrm>
            <a:off x="653779" y="2313884"/>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cxnSp>
        <p:nvCxnSpPr>
          <p:cNvPr id="21" name="Connecteur droit 20">
            <a:extLst>
              <a:ext uri="{FF2B5EF4-FFF2-40B4-BE49-F238E27FC236}">
                <a16:creationId xmlns:a16="http://schemas.microsoft.com/office/drawing/2014/main" id="{5F17BA87-FAA7-4C9A-843D-F6F64F42DE52}"/>
              </a:ext>
            </a:extLst>
          </p:cNvPr>
          <p:cNvCxnSpPr/>
          <p:nvPr/>
        </p:nvCxnSpPr>
        <p:spPr>
          <a:xfrm>
            <a:off x="7782655" y="2313884"/>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cxnSp>
        <p:nvCxnSpPr>
          <p:cNvPr id="22" name="Connecteur droit 21">
            <a:extLst>
              <a:ext uri="{FF2B5EF4-FFF2-40B4-BE49-F238E27FC236}">
                <a16:creationId xmlns:a16="http://schemas.microsoft.com/office/drawing/2014/main" id="{1D837178-B394-4B5C-8AC1-0E36684549A5}"/>
              </a:ext>
            </a:extLst>
          </p:cNvPr>
          <p:cNvCxnSpPr/>
          <p:nvPr/>
        </p:nvCxnSpPr>
        <p:spPr>
          <a:xfrm>
            <a:off x="4349479" y="2313884"/>
            <a:ext cx="0" cy="427314"/>
          </a:xfrm>
          <a:prstGeom prst="line">
            <a:avLst/>
          </a:prstGeom>
          <a:ln w="9525">
            <a:prstDash val="solid"/>
          </a:ln>
        </p:spPr>
        <p:style>
          <a:lnRef idx="1">
            <a:schemeClr val="dk1"/>
          </a:lnRef>
          <a:fillRef idx="0">
            <a:schemeClr val="dk1"/>
          </a:fillRef>
          <a:effectRef idx="0">
            <a:schemeClr val="dk1"/>
          </a:effectRef>
          <a:fontRef idx="minor">
            <a:schemeClr val="tx1"/>
          </a:fontRef>
        </p:style>
      </p:cxnSp>
      <p:sp>
        <p:nvSpPr>
          <p:cNvPr id="23" name="ZoneTexte 22">
            <a:extLst>
              <a:ext uri="{FF2B5EF4-FFF2-40B4-BE49-F238E27FC236}">
                <a16:creationId xmlns:a16="http://schemas.microsoft.com/office/drawing/2014/main" id="{540E5F8A-B98E-417A-9B31-B8F0EA0586ED}"/>
              </a:ext>
            </a:extLst>
          </p:cNvPr>
          <p:cNvSpPr txBox="1"/>
          <p:nvPr/>
        </p:nvSpPr>
        <p:spPr>
          <a:xfrm>
            <a:off x="106430" y="6599623"/>
            <a:ext cx="5355098" cy="230832"/>
          </a:xfrm>
          <a:prstGeom prst="rect">
            <a:avLst/>
          </a:prstGeom>
          <a:noFill/>
        </p:spPr>
        <p:txBody>
          <a:bodyPr wrap="square" rtlCol="0">
            <a:spAutoFit/>
          </a:bodyPr>
          <a:lstStyle/>
          <a:p>
            <a:r>
              <a:rPr lang="fr-FR" sz="900"/>
              <a:t>(Robin et al. 2019)</a:t>
            </a:r>
            <a:endParaRPr lang="fr-FR" sz="900">
              <a:solidFill>
                <a:srgbClr val="434343"/>
              </a:solidFill>
              <a:latin typeface="Bahnschrift Light" panose="020B0502040204020203" pitchFamily="34" charset="0"/>
            </a:endParaRPr>
          </a:p>
        </p:txBody>
      </p:sp>
      <p:sp>
        <p:nvSpPr>
          <p:cNvPr id="4" name="ZoneTexte 3">
            <a:extLst>
              <a:ext uri="{FF2B5EF4-FFF2-40B4-BE49-F238E27FC236}">
                <a16:creationId xmlns:a16="http://schemas.microsoft.com/office/drawing/2014/main" id="{20E19A2F-F2F3-1A22-F9F7-D16185306C07}"/>
              </a:ext>
            </a:extLst>
          </p:cNvPr>
          <p:cNvSpPr txBox="1"/>
          <p:nvPr/>
        </p:nvSpPr>
        <p:spPr>
          <a:xfrm>
            <a:off x="1385025" y="1315720"/>
            <a:ext cx="1941285"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latin typeface="Bahnschrift"/>
                <a:ea typeface="Calibri"/>
                <a:cs typeface="Calibri"/>
              </a:rPr>
              <a:t>Carbon </a:t>
            </a:r>
            <a:r>
              <a:rPr lang="fr-FR" err="1">
                <a:latin typeface="Bahnschrift"/>
                <a:ea typeface="Calibri"/>
                <a:cs typeface="Calibri"/>
              </a:rPr>
              <a:t>dioxide</a:t>
            </a:r>
            <a:endParaRPr lang="fr-FR" err="1">
              <a:latin typeface="Bahnschrift"/>
            </a:endParaRP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lIns="91440" tIns="45720" rIns="91440" bIns="45720" rtlCol="0" anchor="t">
            <a:spAutoFit/>
          </a:bodyPr>
          <a:lstStyle/>
          <a:p>
            <a:r>
              <a:rPr lang="en-US" sz="2400" i="1">
                <a:solidFill>
                  <a:schemeClr val="bg1"/>
                </a:solidFill>
                <a:latin typeface="Bahnschrift SemiBold Condensed"/>
              </a:rPr>
              <a:t>Results</a:t>
            </a:r>
            <a:endParaRPr lang="en-US" sz="2400">
              <a:solidFill>
                <a:srgbClr val="000000"/>
              </a:solidFill>
              <a:latin typeface="Bahnschrift SemiBold Condensed"/>
            </a:endParaRPr>
          </a:p>
        </p:txBody>
      </p:sp>
      <p:sp>
        <p:nvSpPr>
          <p:cNvPr id="5" name="Rectangle 4">
            <a:extLst>
              <a:ext uri="{FF2B5EF4-FFF2-40B4-BE49-F238E27FC236}">
                <a16:creationId xmlns:a16="http://schemas.microsoft.com/office/drawing/2014/main" id="{2E0F5AEE-0557-AE8A-B64E-1230434EC3E0}"/>
              </a:ext>
            </a:extLst>
          </p:cNvPr>
          <p:cNvSpPr/>
          <p:nvPr/>
        </p:nvSpPr>
        <p:spPr>
          <a:xfrm>
            <a:off x="3922485" y="1893751"/>
            <a:ext cx="595085" cy="2873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7BCAB35A-B86A-B630-127F-6DA053CE0374}"/>
              </a:ext>
            </a:extLst>
          </p:cNvPr>
          <p:cNvSpPr/>
          <p:nvPr/>
        </p:nvSpPr>
        <p:spPr>
          <a:xfrm>
            <a:off x="7529285" y="2056310"/>
            <a:ext cx="432525" cy="2873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96928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a:rPr>
              <a:t>Generic</a:t>
            </a:r>
            <a:r>
              <a:rPr lang="fr-FR">
                <a:solidFill>
                  <a:srgbClr val="434343"/>
                </a:solidFill>
                <a:latin typeface="Bahnschrift SemiBold Condensed"/>
              </a:rPr>
              <a:t> </a:t>
            </a:r>
            <a:r>
              <a:rPr lang="fr-FR" err="1">
                <a:solidFill>
                  <a:srgbClr val="434343"/>
                </a:solidFill>
                <a:latin typeface="Bahnschrift SemiBold Condensed"/>
              </a:rPr>
              <a:t>composting</a:t>
            </a:r>
            <a:r>
              <a:rPr lang="fr-FR">
                <a:solidFill>
                  <a:srgbClr val="434343"/>
                </a:solidFill>
                <a:latin typeface="Bahnschrift SemiBold Condensed"/>
              </a:rPr>
              <a:t> model</a:t>
            </a:r>
            <a:endParaRPr lang="fr-FR">
              <a:solidFill>
                <a:srgbClr val="000000"/>
              </a:solidFill>
              <a:latin typeface="Bahnschrift SemiBold Condensed"/>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rtlCol="0">
            <a:spAutoFit/>
          </a:bodyPr>
          <a:lstStyle/>
          <a:p>
            <a:r>
              <a:rPr lang="en-US" sz="2400" i="1">
                <a:solidFill>
                  <a:schemeClr val="bg1"/>
                </a:solidFill>
                <a:latin typeface="Bahnschrift SemiBold Condensed" panose="020B0502040204020203" pitchFamily="34" charset="0"/>
              </a:rPr>
              <a:t>How to improve it ?</a:t>
            </a:r>
            <a:endParaRPr lang="fr-FR" sz="2400" i="1">
              <a:solidFill>
                <a:schemeClr val="bg1"/>
              </a:solidFill>
              <a:latin typeface="Bahnschrift SemiBold Condensed" panose="020B0502040204020203" pitchFamily="34" charset="0"/>
            </a:endParaRP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8</a:t>
            </a:fld>
            <a:endParaRPr lang="fr-FR" sz="1400">
              <a:latin typeface="Bahnschrift Light" panose="020B0502040204020203" pitchFamily="34" charset="0"/>
            </a:endParaRPr>
          </a:p>
        </p:txBody>
      </p:sp>
      <p:sp>
        <p:nvSpPr>
          <p:cNvPr id="9" name="ZoneTexte 8">
            <a:extLst>
              <a:ext uri="{FF2B5EF4-FFF2-40B4-BE49-F238E27FC236}">
                <a16:creationId xmlns:a16="http://schemas.microsoft.com/office/drawing/2014/main" id="{92E30267-848D-44EB-84F3-50BE2A9ACB98}"/>
              </a:ext>
            </a:extLst>
          </p:cNvPr>
          <p:cNvSpPr txBox="1"/>
          <p:nvPr/>
        </p:nvSpPr>
        <p:spPr>
          <a:xfrm>
            <a:off x="5233086" y="5836835"/>
            <a:ext cx="6682054" cy="707886"/>
          </a:xfrm>
          <a:prstGeom prst="rect">
            <a:avLst/>
          </a:prstGeom>
          <a:noFill/>
        </p:spPr>
        <p:txBody>
          <a:bodyPr wrap="square" lIns="91440" tIns="45720" rIns="91440" bIns="45720" rtlCol="0" anchor="t">
            <a:spAutoFit/>
          </a:bodyPr>
          <a:lstStyle/>
          <a:p>
            <a:pPr algn="ctr"/>
            <a:r>
              <a:rPr lang="fr-FR" sz="4000">
                <a:solidFill>
                  <a:schemeClr val="tx1">
                    <a:lumMod val="75000"/>
                    <a:lumOff val="25000"/>
                  </a:schemeClr>
                </a:solidFill>
                <a:latin typeface="Bahnschrift"/>
              </a:rPr>
              <a:t>→</a:t>
            </a:r>
            <a:r>
              <a:rPr lang="fr-FR" sz="1800">
                <a:solidFill>
                  <a:schemeClr val="tx1">
                    <a:lumMod val="75000"/>
                    <a:lumOff val="25000"/>
                  </a:schemeClr>
                </a:solidFill>
                <a:latin typeface="Bahnschrift"/>
              </a:rPr>
              <a:t> </a:t>
            </a:r>
            <a:r>
              <a:rPr lang="en-US" sz="3200" b="0" i="0">
                <a:solidFill>
                  <a:schemeClr val="tx1">
                    <a:lumMod val="75000"/>
                    <a:lumOff val="25000"/>
                  </a:schemeClr>
                </a:solidFill>
                <a:effectLst/>
                <a:latin typeface="Bahnschrift"/>
              </a:rPr>
              <a:t>Categorical approach ?</a:t>
            </a:r>
            <a:r>
              <a:rPr lang="en-US" sz="3200">
                <a:solidFill>
                  <a:schemeClr val="tx1">
                    <a:lumMod val="75000"/>
                    <a:lumOff val="25000"/>
                  </a:schemeClr>
                </a:solidFill>
                <a:latin typeface="Bahnschrift"/>
              </a:rPr>
              <a:t>  </a:t>
            </a:r>
            <a:r>
              <a:rPr lang="en-US">
                <a:solidFill>
                  <a:schemeClr val="tx1">
                    <a:lumMod val="75000"/>
                    <a:lumOff val="25000"/>
                  </a:schemeClr>
                </a:solidFill>
                <a:latin typeface="Bahnschrift"/>
              </a:rPr>
              <a:t>(needs data)</a:t>
            </a:r>
            <a:endParaRPr lang="fr-FR">
              <a:solidFill>
                <a:schemeClr val="tx1">
                  <a:lumMod val="75000"/>
                  <a:lumOff val="25000"/>
                </a:schemeClr>
              </a:solidFill>
              <a:latin typeface="Bahnschrift"/>
            </a:endParaRPr>
          </a:p>
        </p:txBody>
      </p:sp>
      <p:pic>
        <p:nvPicPr>
          <p:cNvPr id="3" name="Image 2">
            <a:extLst>
              <a:ext uri="{FF2B5EF4-FFF2-40B4-BE49-F238E27FC236}">
                <a16:creationId xmlns:a16="http://schemas.microsoft.com/office/drawing/2014/main" id="{2C318887-47A6-49B0-A480-F6356626FA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1" y="1354856"/>
            <a:ext cx="9445209" cy="4608834"/>
          </a:xfrm>
          <a:prstGeom prst="rect">
            <a:avLst/>
          </a:prstGeom>
        </p:spPr>
      </p:pic>
      <p:sp>
        <p:nvSpPr>
          <p:cNvPr id="4" name="Ellipse 3">
            <a:extLst>
              <a:ext uri="{FF2B5EF4-FFF2-40B4-BE49-F238E27FC236}">
                <a16:creationId xmlns:a16="http://schemas.microsoft.com/office/drawing/2014/main" id="{0D16CDCE-D2FE-4467-99A6-55BC58433546}"/>
              </a:ext>
            </a:extLst>
          </p:cNvPr>
          <p:cNvSpPr/>
          <p:nvPr/>
        </p:nvSpPr>
        <p:spPr>
          <a:xfrm>
            <a:off x="1201580" y="4796882"/>
            <a:ext cx="270403" cy="68326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9213A3CF-4C67-4333-8F2D-DDAC52ED6A82}"/>
              </a:ext>
            </a:extLst>
          </p:cNvPr>
          <p:cNvSpPr txBox="1"/>
          <p:nvPr/>
        </p:nvSpPr>
        <p:spPr>
          <a:xfrm>
            <a:off x="101386" y="5833555"/>
            <a:ext cx="5125934" cy="658578"/>
          </a:xfrm>
          <a:prstGeom prst="rect">
            <a:avLst/>
          </a:prstGeom>
          <a:noFill/>
        </p:spPr>
        <p:txBody>
          <a:bodyPr wrap="square" lIns="91440" tIns="45720" rIns="91440" bIns="45720" anchor="t">
            <a:spAutoFit/>
          </a:bodyPr>
          <a:lstStyle/>
          <a:p>
            <a:pPr algn="ctr">
              <a:lnSpc>
                <a:spcPct val="107000"/>
              </a:lnSpc>
            </a:pPr>
            <a:r>
              <a:rPr lang="fr-FR">
                <a:solidFill>
                  <a:schemeClr val="tx1">
                    <a:lumMod val="75000"/>
                    <a:lumOff val="25000"/>
                  </a:schemeClr>
                </a:solidFill>
                <a:latin typeface="Bahnschrift Light"/>
                <a:ea typeface="Cambria"/>
                <a:cs typeface="Cambria" panose="02040503050406030204" pitchFamily="18" charset="0"/>
              </a:rPr>
              <a:t>Sensibility (Sobol total indexes) of MEGASMOC relative to calibration </a:t>
            </a:r>
            <a:r>
              <a:rPr lang="fr-FR" err="1">
                <a:solidFill>
                  <a:schemeClr val="tx1">
                    <a:lumMod val="75000"/>
                    <a:lumOff val="25000"/>
                  </a:schemeClr>
                </a:solidFill>
                <a:latin typeface="Bahnschrift Light"/>
                <a:ea typeface="Cambria"/>
                <a:cs typeface="Cambria" panose="02040503050406030204" pitchFamily="18" charset="0"/>
              </a:rPr>
              <a:t>parameters</a:t>
            </a:r>
            <a:endParaRPr lang="fr-FR" err="1">
              <a:solidFill>
                <a:schemeClr val="tx1">
                  <a:lumMod val="75000"/>
                  <a:lumOff val="25000"/>
                </a:schemeClr>
              </a:solidFill>
              <a:effectLst/>
              <a:latin typeface="Bahnschrift Light" panose="020B0502040204020203" pitchFamily="34" charset="0"/>
              <a:ea typeface="Cambria" panose="02040503050406030204" pitchFamily="18" charset="0"/>
              <a:cs typeface="Cambria" panose="02040503050406030204" pitchFamily="18" charset="0"/>
            </a:endParaRPr>
          </a:p>
        </p:txBody>
      </p:sp>
      <p:pic>
        <p:nvPicPr>
          <p:cNvPr id="17" name="Image 16">
            <a:extLst>
              <a:ext uri="{FF2B5EF4-FFF2-40B4-BE49-F238E27FC236}">
                <a16:creationId xmlns:a16="http://schemas.microsoft.com/office/drawing/2014/main" id="{9FACDD9C-6DF9-4AC3-996F-EC1509725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4590" y="3052672"/>
            <a:ext cx="3293435" cy="1656102"/>
          </a:xfrm>
          <a:prstGeom prst="rect">
            <a:avLst/>
          </a:prstGeom>
        </p:spPr>
      </p:pic>
      <p:sp>
        <p:nvSpPr>
          <p:cNvPr id="5" name="ZoneTexte 4">
            <a:extLst>
              <a:ext uri="{FF2B5EF4-FFF2-40B4-BE49-F238E27FC236}">
                <a16:creationId xmlns:a16="http://schemas.microsoft.com/office/drawing/2014/main" id="{3D6681D7-A391-AB10-3779-F5E4D4A7C251}"/>
              </a:ext>
            </a:extLst>
          </p:cNvPr>
          <p:cNvSpPr txBox="1"/>
          <p:nvPr/>
        </p:nvSpPr>
        <p:spPr>
          <a:xfrm>
            <a:off x="106430" y="6599623"/>
            <a:ext cx="5355098" cy="230832"/>
          </a:xfrm>
          <a:prstGeom prst="rect">
            <a:avLst/>
          </a:prstGeom>
          <a:noFill/>
        </p:spPr>
        <p:txBody>
          <a:bodyPr wrap="square" lIns="91440" tIns="45720" rIns="91440" bIns="45720" rtlCol="0" anchor="t">
            <a:spAutoFit/>
          </a:bodyPr>
          <a:lstStyle/>
          <a:p>
            <a:r>
              <a:rPr lang="fr-FR" sz="900"/>
              <a:t>(Sobol </a:t>
            </a:r>
            <a:r>
              <a:rPr lang="fr-FR" sz="900">
                <a:latin typeface="Calibri"/>
                <a:ea typeface="Calibri"/>
                <a:cs typeface="Calibri"/>
              </a:rPr>
              <a:t>1993</a:t>
            </a:r>
            <a:r>
              <a:rPr lang="fr-FR" sz="900"/>
              <a:t>)</a:t>
            </a:r>
            <a:endParaRPr lang="fr-FR" sz="900">
              <a:solidFill>
                <a:srgbClr val="434343"/>
              </a:solidFill>
              <a:latin typeface="Bahnschrift Light" panose="020B0502040204020203" pitchFamily="34" charset="0"/>
            </a:endParaRPr>
          </a:p>
        </p:txBody>
      </p:sp>
      <p:sp>
        <p:nvSpPr>
          <p:cNvPr id="6" name="Ellipse 3">
            <a:extLst>
              <a:ext uri="{FF2B5EF4-FFF2-40B4-BE49-F238E27FC236}">
                <a16:creationId xmlns:a16="http://schemas.microsoft.com/office/drawing/2014/main" id="{FE07F491-CF8F-C633-63B5-C74EE6FCDC43}"/>
              </a:ext>
            </a:extLst>
          </p:cNvPr>
          <p:cNvSpPr/>
          <p:nvPr/>
        </p:nvSpPr>
        <p:spPr>
          <a:xfrm>
            <a:off x="9929020" y="2328002"/>
            <a:ext cx="1103523" cy="5003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b="1" err="1">
                <a:solidFill>
                  <a:srgbClr val="000000"/>
                </a:solidFill>
                <a:ea typeface="Calibri"/>
                <a:cs typeface="Calibri"/>
              </a:rPr>
              <a:t>kMax</a:t>
            </a:r>
            <a:endParaRPr lang="fr-FR" b="1" err="1">
              <a:solidFill>
                <a:srgbClr val="000000"/>
              </a:solidFill>
            </a:endParaRPr>
          </a:p>
        </p:txBody>
      </p:sp>
      <p:sp>
        <p:nvSpPr>
          <p:cNvPr id="7" name="TextBox 6">
            <a:extLst>
              <a:ext uri="{FF2B5EF4-FFF2-40B4-BE49-F238E27FC236}">
                <a16:creationId xmlns:a16="http://schemas.microsoft.com/office/drawing/2014/main" id="{35CAD925-8FAB-6C34-0886-103A6AAA52E9}"/>
              </a:ext>
            </a:extLst>
          </p:cNvPr>
          <p:cNvSpPr txBox="1"/>
          <p:nvPr/>
        </p:nvSpPr>
        <p:spPr>
          <a:xfrm>
            <a:off x="9276080" y="4749800"/>
            <a:ext cx="23164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err="1">
                <a:solidFill>
                  <a:srgbClr val="000000"/>
                </a:solidFill>
                <a:latin typeface="Calibri"/>
              </a:rPr>
              <a:t>Various</a:t>
            </a:r>
            <a:r>
              <a:rPr lang="fr-FR">
                <a:solidFill>
                  <a:srgbClr val="000000"/>
                </a:solidFill>
                <a:latin typeface="Calibri"/>
              </a:rPr>
              <a:t> distributions of </a:t>
            </a:r>
            <a:r>
              <a:rPr lang="fr-FR" err="1">
                <a:solidFill>
                  <a:srgbClr val="000000"/>
                </a:solidFill>
                <a:latin typeface="Calibri"/>
              </a:rPr>
              <a:t>macroporosity</a:t>
            </a:r>
            <a:r>
              <a:rPr lang="fr-FR">
                <a:solidFill>
                  <a:srgbClr val="000000"/>
                </a:solidFill>
                <a:latin typeface="Calibri"/>
              </a:rPr>
              <a:t>, free air </a:t>
            </a:r>
            <a:r>
              <a:rPr lang="fr-FR" err="1">
                <a:solidFill>
                  <a:srgbClr val="000000"/>
                </a:solidFill>
                <a:latin typeface="Calibri"/>
              </a:rPr>
              <a:t>space</a:t>
            </a:r>
            <a:r>
              <a:rPr lang="fr-FR">
                <a:solidFill>
                  <a:srgbClr val="000000"/>
                </a:solidFill>
                <a:latin typeface="Calibri"/>
              </a:rPr>
              <a:t>, </a:t>
            </a:r>
            <a:r>
              <a:rPr lang="fr-FR" err="1">
                <a:solidFill>
                  <a:srgbClr val="000000"/>
                </a:solidFill>
                <a:latin typeface="Calibri"/>
              </a:rPr>
              <a:t>connectivity</a:t>
            </a:r>
            <a:endParaRPr lang="en-US" err="1">
              <a:ea typeface="Calibri" panose="020F0502020204030204"/>
              <a:cs typeface="Calibri" panose="020F0502020204030204"/>
            </a:endParaRPr>
          </a:p>
        </p:txBody>
      </p:sp>
    </p:spTree>
    <p:extLst>
      <p:ext uri="{BB962C8B-B14F-4D97-AF65-F5344CB8AC3E}">
        <p14:creationId xmlns:p14="http://schemas.microsoft.com/office/powerpoint/2010/main" val="2924892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3" grpId="0"/>
      <p:bldP spid="6"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a:extLst>
              <a:ext uri="{FF2B5EF4-FFF2-40B4-BE49-F238E27FC236}">
                <a16:creationId xmlns:a16="http://schemas.microsoft.com/office/drawing/2014/main" id="{CA558FD1-D3AF-4748-A928-6A4BCB4ADFA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018" y="1278028"/>
            <a:ext cx="6331944" cy="5378412"/>
          </a:xfrm>
          <a:prstGeom prst="rect">
            <a:avLst/>
          </a:prstGeom>
        </p:spPr>
      </p:pic>
      <p:pic>
        <p:nvPicPr>
          <p:cNvPr id="23" name="Image 22">
            <a:extLst>
              <a:ext uri="{FF2B5EF4-FFF2-40B4-BE49-F238E27FC236}">
                <a16:creationId xmlns:a16="http://schemas.microsoft.com/office/drawing/2014/main" id="{CA2031AB-AD9D-4F7B-9A23-484326335FC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46018" y="1278028"/>
            <a:ext cx="6331944" cy="5378412"/>
          </a:xfrm>
          <a:prstGeom prst="rect">
            <a:avLst/>
          </a:prstGeom>
        </p:spPr>
      </p:pic>
      <p:pic>
        <p:nvPicPr>
          <p:cNvPr id="27" name="Image 26">
            <a:extLst>
              <a:ext uri="{FF2B5EF4-FFF2-40B4-BE49-F238E27FC236}">
                <a16:creationId xmlns:a16="http://schemas.microsoft.com/office/drawing/2014/main" id="{9C470ED9-2D11-4E3A-B4D3-9B4EE5D67C6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46018" y="1278028"/>
            <a:ext cx="6331944" cy="5378412"/>
          </a:xfrm>
          <a:prstGeom prst="rect">
            <a:avLst/>
          </a:prstGeom>
        </p:spPr>
      </p:pic>
      <p:pic>
        <p:nvPicPr>
          <p:cNvPr id="29" name="Image 28">
            <a:extLst>
              <a:ext uri="{FF2B5EF4-FFF2-40B4-BE49-F238E27FC236}">
                <a16:creationId xmlns:a16="http://schemas.microsoft.com/office/drawing/2014/main" id="{6186C94C-F5D0-403D-99BE-D93190C731E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46018" y="1278028"/>
            <a:ext cx="6331944" cy="5378412"/>
          </a:xfrm>
          <a:prstGeom prst="rect">
            <a:avLst/>
          </a:prstGeom>
        </p:spPr>
      </p:pic>
      <p:pic>
        <p:nvPicPr>
          <p:cNvPr id="31" name="Image 30">
            <a:extLst>
              <a:ext uri="{FF2B5EF4-FFF2-40B4-BE49-F238E27FC236}">
                <a16:creationId xmlns:a16="http://schemas.microsoft.com/office/drawing/2014/main" id="{16F84DBA-D319-46E2-A771-E08F6C24045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46018" y="1278028"/>
            <a:ext cx="6331944" cy="5378412"/>
          </a:xfrm>
          <a:prstGeom prst="rect">
            <a:avLst/>
          </a:prstGeom>
        </p:spPr>
      </p:pic>
      <p:pic>
        <p:nvPicPr>
          <p:cNvPr id="33" name="Image 32">
            <a:extLst>
              <a:ext uri="{FF2B5EF4-FFF2-40B4-BE49-F238E27FC236}">
                <a16:creationId xmlns:a16="http://schemas.microsoft.com/office/drawing/2014/main" id="{CECCD0C3-87C3-42D9-9120-60B97E4F4DB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446018" y="1278028"/>
            <a:ext cx="6331944" cy="5378412"/>
          </a:xfrm>
          <a:prstGeom prst="rect">
            <a:avLst/>
          </a:prstGeom>
        </p:spPr>
      </p:pic>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panose="020B0502040204020203" pitchFamily="34" charset="0"/>
              </a:rPr>
              <a:t>Genericity</a:t>
            </a:r>
            <a:endParaRPr lang="fr-FR">
              <a:solidFill>
                <a:srgbClr val="434343"/>
              </a:solidFill>
              <a:latin typeface="Bahnschrift SemiBold Condensed" panose="020B0502040204020203" pitchFamily="34" charset="0"/>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rtlCol="0">
            <a:spAutoFit/>
          </a:bodyPr>
          <a:lstStyle/>
          <a:p>
            <a:r>
              <a:rPr lang="en-US" sz="2400" i="1">
                <a:solidFill>
                  <a:schemeClr val="bg1"/>
                </a:solidFill>
                <a:latin typeface="Bahnschrift SemiBold Condensed" panose="020B0502040204020203" pitchFamily="34" charset="0"/>
              </a:rPr>
              <a:t>How to improve it ?</a:t>
            </a:r>
            <a:endParaRPr lang="fr-FR" sz="2400" i="1">
              <a:solidFill>
                <a:schemeClr val="bg1"/>
              </a:solidFill>
              <a:latin typeface="Bahnschrift SemiBold Condensed" panose="020B0502040204020203" pitchFamily="34" charset="0"/>
            </a:endParaRP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9</a:t>
            </a:fld>
            <a:endParaRPr lang="fr-FR" sz="1400">
              <a:latin typeface="Bahnschrift Light" panose="020B0502040204020203" pitchFamily="34" charset="0"/>
            </a:endParaRPr>
          </a:p>
        </p:txBody>
      </p:sp>
      <p:sp>
        <p:nvSpPr>
          <p:cNvPr id="13" name="ZoneTexte 12">
            <a:extLst>
              <a:ext uri="{FF2B5EF4-FFF2-40B4-BE49-F238E27FC236}">
                <a16:creationId xmlns:a16="http://schemas.microsoft.com/office/drawing/2014/main" id="{C3C93265-DDE8-419C-81F4-1FDA46D147D3}"/>
              </a:ext>
            </a:extLst>
          </p:cNvPr>
          <p:cNvSpPr txBox="1"/>
          <p:nvPr/>
        </p:nvSpPr>
        <p:spPr>
          <a:xfrm>
            <a:off x="7430234" y="3322265"/>
            <a:ext cx="9080083" cy="707886"/>
          </a:xfrm>
          <a:prstGeom prst="rect">
            <a:avLst/>
          </a:prstGeom>
          <a:noFill/>
        </p:spPr>
        <p:txBody>
          <a:bodyPr wrap="square" rtlCol="0">
            <a:spAutoFit/>
          </a:bodyPr>
          <a:lstStyle/>
          <a:p>
            <a:r>
              <a:rPr lang="fr-FR" sz="4000">
                <a:solidFill>
                  <a:schemeClr val="tx1">
                    <a:lumMod val="75000"/>
                    <a:lumOff val="25000"/>
                  </a:schemeClr>
                </a:solidFill>
                <a:latin typeface="Bahnschrift" panose="020B0502040204020203" pitchFamily="34" charset="0"/>
              </a:rPr>
              <a:t>→</a:t>
            </a:r>
            <a:r>
              <a:rPr lang="fr-FR" sz="1800">
                <a:solidFill>
                  <a:schemeClr val="tx1">
                    <a:lumMod val="75000"/>
                    <a:lumOff val="25000"/>
                  </a:schemeClr>
                </a:solidFill>
                <a:latin typeface="Bahnschrift" panose="020B0502040204020203" pitchFamily="34" charset="0"/>
              </a:rPr>
              <a:t> </a:t>
            </a:r>
            <a:r>
              <a:rPr lang="en-US" sz="3200" b="0" i="0">
                <a:solidFill>
                  <a:schemeClr val="tx1">
                    <a:lumMod val="75000"/>
                    <a:lumOff val="25000"/>
                  </a:schemeClr>
                </a:solidFill>
                <a:effectLst/>
                <a:latin typeface="Bahnschrift" panose="020B0502040204020203" pitchFamily="34" charset="0"/>
              </a:rPr>
              <a:t>Bayesian calibration</a:t>
            </a:r>
            <a:endParaRPr lang="fr-FR" sz="3200">
              <a:solidFill>
                <a:schemeClr val="tx1">
                  <a:lumMod val="75000"/>
                  <a:lumOff val="25000"/>
                </a:schemeClr>
              </a:solidFill>
              <a:latin typeface="Bahnschrift" panose="020B0502040204020203" pitchFamily="34" charset="0"/>
            </a:endParaRPr>
          </a:p>
        </p:txBody>
      </p:sp>
    </p:spTree>
    <p:extLst>
      <p:ext uri="{BB962C8B-B14F-4D97-AF65-F5344CB8AC3E}">
        <p14:creationId xmlns:p14="http://schemas.microsoft.com/office/powerpoint/2010/main" val="18881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3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3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05DA1-3AEB-3110-9C5A-803126EFA4A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4E1922B-A088-D20B-26FB-E7ED6E5EEE6D}"/>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1">
            <a:extLst>
              <a:ext uri="{FF2B5EF4-FFF2-40B4-BE49-F238E27FC236}">
                <a16:creationId xmlns:a16="http://schemas.microsoft.com/office/drawing/2014/main" id="{7331B7F3-9E17-341F-003F-B2C4C4FF514A}"/>
              </a:ext>
            </a:extLst>
          </p:cNvPr>
          <p:cNvSpPr txBox="1">
            <a:spLocks/>
          </p:cNvSpPr>
          <p:nvPr/>
        </p:nvSpPr>
        <p:spPr>
          <a:xfrm>
            <a:off x="203728" y="-256401"/>
            <a:ext cx="1049528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434343"/>
                </a:solidFill>
                <a:latin typeface="Bahnschrift SemiBold Condensed"/>
              </a:rPr>
              <a:t>Part II</a:t>
            </a:r>
            <a:r>
              <a:rPr lang="fr-FR">
                <a:solidFill>
                  <a:srgbClr val="000000"/>
                </a:solidFill>
                <a:latin typeface="Calibri Light"/>
                <a:ea typeface="Calibri Light"/>
                <a:cs typeface="Calibri Light"/>
              </a:rPr>
              <a:t>: </a:t>
            </a:r>
            <a:r>
              <a:rPr lang="fr-FR">
                <a:solidFill>
                  <a:srgbClr val="434343"/>
                </a:solidFill>
                <a:latin typeface="Bahnschrift SemiBold Condensed"/>
                <a:ea typeface="Calibri Light"/>
                <a:cs typeface="Calibri Light"/>
              </a:rPr>
              <a:t>model </a:t>
            </a:r>
            <a:r>
              <a:rPr lang="fr-FR" err="1">
                <a:solidFill>
                  <a:srgbClr val="434343"/>
                </a:solidFill>
                <a:latin typeface="Bahnschrift SemiBold Condensed"/>
                <a:ea typeface="Calibri Light"/>
                <a:cs typeface="Calibri Light"/>
              </a:rPr>
              <a:t>coupling</a:t>
            </a:r>
            <a:endParaRPr lang="fr-FR" err="1">
              <a:solidFill>
                <a:srgbClr val="000000"/>
              </a:solidFill>
              <a:latin typeface="Bahnschrift SemiBold Condensed"/>
              <a:ea typeface="Calibri Light"/>
              <a:cs typeface="Calibri Light"/>
            </a:endParaRPr>
          </a:p>
        </p:txBody>
      </p:sp>
      <p:sp>
        <p:nvSpPr>
          <p:cNvPr id="18" name="Rectangle 17">
            <a:extLst>
              <a:ext uri="{FF2B5EF4-FFF2-40B4-BE49-F238E27FC236}">
                <a16:creationId xmlns:a16="http://schemas.microsoft.com/office/drawing/2014/main" id="{D1A2D30F-0169-B4EB-E0EB-0B9213C3CFCD}"/>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space réservé du numéro de diapositive 27">
            <a:extLst>
              <a:ext uri="{FF2B5EF4-FFF2-40B4-BE49-F238E27FC236}">
                <a16:creationId xmlns:a16="http://schemas.microsoft.com/office/drawing/2014/main" id="{0715D9CA-F703-E95E-1EE0-FF5DA6851F66}"/>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10</a:t>
            </a:fld>
            <a:endParaRPr lang="fr-FR" sz="1400">
              <a:latin typeface="Bahnschrift Light" panose="020B0502040204020203" pitchFamily="34" charset="0"/>
            </a:endParaRPr>
          </a:p>
        </p:txBody>
      </p:sp>
      <p:sp>
        <p:nvSpPr>
          <p:cNvPr id="24" name="ZoneTexte 23">
            <a:extLst>
              <a:ext uri="{FF2B5EF4-FFF2-40B4-BE49-F238E27FC236}">
                <a16:creationId xmlns:a16="http://schemas.microsoft.com/office/drawing/2014/main" id="{62ABD2EF-E0F3-2859-D102-EF65FC33F2B5}"/>
              </a:ext>
            </a:extLst>
          </p:cNvPr>
          <p:cNvSpPr txBox="1"/>
          <p:nvPr/>
        </p:nvSpPr>
        <p:spPr>
          <a:xfrm>
            <a:off x="638175" y="892709"/>
            <a:ext cx="11124616" cy="1569660"/>
          </a:xfrm>
          <a:prstGeom prst="rect">
            <a:avLst/>
          </a:prstGeom>
          <a:noFill/>
        </p:spPr>
        <p:txBody>
          <a:bodyPr wrap="square" lIns="91440" tIns="45720" rIns="91440" bIns="45720" rtlCol="0" anchor="t">
            <a:spAutoFit/>
          </a:bodyPr>
          <a:lstStyle/>
          <a:p>
            <a:pPr algn="ctr"/>
            <a:r>
              <a:rPr lang="en-US" sz="3200">
                <a:solidFill>
                  <a:schemeClr val="tx1">
                    <a:lumMod val="75000"/>
                    <a:lumOff val="25000"/>
                  </a:schemeClr>
                </a:solidFill>
                <a:latin typeface="Bahnschrift Light"/>
              </a:rPr>
              <a:t>For a given farm system, what is the impact of manure storage practices on greenhouse gas emissions and on solid manure stability?</a:t>
            </a:r>
          </a:p>
        </p:txBody>
      </p:sp>
      <p:sp>
        <p:nvSpPr>
          <p:cNvPr id="11" name="ZoneTexte 10">
            <a:extLst>
              <a:ext uri="{FF2B5EF4-FFF2-40B4-BE49-F238E27FC236}">
                <a16:creationId xmlns:a16="http://schemas.microsoft.com/office/drawing/2014/main" id="{810D8623-B892-5736-F868-DA3E2C681612}"/>
              </a:ext>
            </a:extLst>
          </p:cNvPr>
          <p:cNvSpPr txBox="1"/>
          <p:nvPr/>
        </p:nvSpPr>
        <p:spPr>
          <a:xfrm>
            <a:off x="1639246" y="2688805"/>
            <a:ext cx="9080082" cy="707886"/>
          </a:xfrm>
          <a:prstGeom prst="rect">
            <a:avLst/>
          </a:prstGeom>
          <a:noFill/>
        </p:spPr>
        <p:txBody>
          <a:bodyPr wrap="square" rtlCol="0">
            <a:spAutoFit/>
          </a:bodyPr>
          <a:lstStyle/>
          <a:p>
            <a:r>
              <a:rPr lang="fr-FR" sz="4000">
                <a:solidFill>
                  <a:schemeClr val="tx1">
                    <a:lumMod val="75000"/>
                    <a:lumOff val="25000"/>
                  </a:schemeClr>
                </a:solidFill>
                <a:latin typeface="Bahnschrift" panose="020B0502040204020203" pitchFamily="34" charset="0"/>
              </a:rPr>
              <a:t>→</a:t>
            </a:r>
            <a:r>
              <a:rPr lang="fr-FR" sz="1800">
                <a:solidFill>
                  <a:schemeClr val="tx1">
                    <a:lumMod val="75000"/>
                    <a:lumOff val="25000"/>
                  </a:schemeClr>
                </a:solidFill>
                <a:latin typeface="Bahnschrift" panose="020B0502040204020203" pitchFamily="34" charset="0"/>
              </a:rPr>
              <a:t> </a:t>
            </a:r>
            <a:r>
              <a:rPr lang="en-US" sz="3200" b="0" i="0">
                <a:solidFill>
                  <a:schemeClr val="tx1">
                    <a:lumMod val="75000"/>
                    <a:lumOff val="25000"/>
                  </a:schemeClr>
                </a:solidFill>
                <a:effectLst/>
                <a:latin typeface="Bahnschrift" panose="020B0502040204020203" pitchFamily="34" charset="0"/>
              </a:rPr>
              <a:t>A generic composting model</a:t>
            </a:r>
            <a:r>
              <a:rPr lang="en-US" sz="3200">
                <a:solidFill>
                  <a:schemeClr val="tx1">
                    <a:lumMod val="75000"/>
                    <a:lumOff val="25000"/>
                  </a:schemeClr>
                </a:solidFill>
                <a:latin typeface="Bahnschrift" panose="020B0502040204020203" pitchFamily="34" charset="0"/>
              </a:rPr>
              <a:t> </a:t>
            </a:r>
            <a:endParaRPr lang="fr-FR" sz="3200">
              <a:solidFill>
                <a:schemeClr val="tx1">
                  <a:lumMod val="75000"/>
                  <a:lumOff val="25000"/>
                </a:schemeClr>
              </a:solidFill>
              <a:latin typeface="Bahnschrift" panose="020B0502040204020203" pitchFamily="34" charset="0"/>
            </a:endParaRPr>
          </a:p>
        </p:txBody>
      </p:sp>
      <p:sp>
        <p:nvSpPr>
          <p:cNvPr id="12" name="ZoneTexte 11">
            <a:extLst>
              <a:ext uri="{FF2B5EF4-FFF2-40B4-BE49-F238E27FC236}">
                <a16:creationId xmlns:a16="http://schemas.microsoft.com/office/drawing/2014/main" id="{946F66ED-11EA-1EC8-DC68-7A5322539191}"/>
              </a:ext>
            </a:extLst>
          </p:cNvPr>
          <p:cNvSpPr txBox="1"/>
          <p:nvPr/>
        </p:nvSpPr>
        <p:spPr>
          <a:xfrm>
            <a:off x="1639245" y="3845102"/>
            <a:ext cx="9080083" cy="1692771"/>
          </a:xfrm>
          <a:prstGeom prst="rect">
            <a:avLst/>
          </a:prstGeom>
          <a:noFill/>
          <a:ln>
            <a:solidFill>
              <a:schemeClr val="accent4">
                <a:lumMod val="75000"/>
              </a:schemeClr>
            </a:solidFill>
          </a:ln>
        </p:spPr>
        <p:txBody>
          <a:bodyPr wrap="square" lIns="91440" tIns="45720" rIns="91440" bIns="45720" rtlCol="0" anchor="t">
            <a:spAutoFit/>
          </a:bodyPr>
          <a:lstStyle/>
          <a:p>
            <a:pPr marL="640080" indent="-640080"/>
            <a:r>
              <a:rPr lang="fr-FR" sz="4000">
                <a:solidFill>
                  <a:schemeClr val="tx1">
                    <a:lumMod val="75000"/>
                    <a:lumOff val="25000"/>
                  </a:schemeClr>
                </a:solidFill>
                <a:latin typeface="Bahnschrift"/>
              </a:rPr>
              <a:t>→</a:t>
            </a:r>
            <a:r>
              <a:rPr lang="fr-FR" sz="1800">
                <a:solidFill>
                  <a:schemeClr val="tx1">
                    <a:lumMod val="75000"/>
                    <a:lumOff val="25000"/>
                  </a:schemeClr>
                </a:solidFill>
                <a:latin typeface="Bahnschrift"/>
              </a:rPr>
              <a:t> </a:t>
            </a:r>
            <a:r>
              <a:rPr lang="en-US" sz="3200" b="0" i="0">
                <a:solidFill>
                  <a:schemeClr val="tx1">
                    <a:lumMod val="75000"/>
                    <a:lumOff val="25000"/>
                  </a:schemeClr>
                </a:solidFill>
                <a:effectLst/>
                <a:latin typeface="Bahnschrift"/>
              </a:rPr>
              <a:t>A way to transfer the </a:t>
            </a:r>
            <a:r>
              <a:rPr lang="en-US" sz="3200">
                <a:solidFill>
                  <a:schemeClr val="tx1">
                    <a:lumMod val="75000"/>
                    <a:lumOff val="25000"/>
                  </a:schemeClr>
                </a:solidFill>
                <a:latin typeface="Bahnschrift"/>
              </a:rPr>
              <a:t>outputs of the composting </a:t>
            </a:r>
            <a:r>
              <a:rPr lang="en-US" sz="3200" b="0" i="0">
                <a:solidFill>
                  <a:schemeClr val="tx1">
                    <a:lumMod val="75000"/>
                    <a:lumOff val="25000"/>
                  </a:schemeClr>
                </a:solidFill>
                <a:effectLst/>
                <a:latin typeface="Bahnschrift"/>
              </a:rPr>
              <a:t>model into an existing soil–crop application/degradation model</a:t>
            </a:r>
            <a:endParaRPr lang="en-US">
              <a:solidFill>
                <a:schemeClr val="tx1">
                  <a:lumMod val="75000"/>
                  <a:lumOff val="25000"/>
                </a:schemeClr>
              </a:solidFill>
            </a:endParaRPr>
          </a:p>
        </p:txBody>
      </p:sp>
      <p:sp>
        <p:nvSpPr>
          <p:cNvPr id="2" name="ZoneTexte 1">
            <a:extLst>
              <a:ext uri="{FF2B5EF4-FFF2-40B4-BE49-F238E27FC236}">
                <a16:creationId xmlns:a16="http://schemas.microsoft.com/office/drawing/2014/main" id="{F7826E93-ECEB-5996-2F06-6267D9611425}"/>
              </a:ext>
            </a:extLst>
          </p:cNvPr>
          <p:cNvSpPr txBox="1"/>
          <p:nvPr/>
        </p:nvSpPr>
        <p:spPr>
          <a:xfrm>
            <a:off x="1618924" y="3845101"/>
            <a:ext cx="9080083" cy="1692771"/>
          </a:xfrm>
          <a:prstGeom prst="rect">
            <a:avLst/>
          </a:prstGeom>
          <a:noFill/>
          <a:ln>
            <a:noFill/>
          </a:ln>
        </p:spPr>
        <p:txBody>
          <a:bodyPr wrap="square" lIns="91440" tIns="45720" rIns="91440" bIns="45720" rtlCol="0" anchor="t">
            <a:spAutoFit/>
          </a:bodyPr>
          <a:lstStyle/>
          <a:p>
            <a:pPr marL="640080" indent="-640080"/>
            <a:r>
              <a:rPr lang="fr-FR" sz="4000">
                <a:solidFill>
                  <a:schemeClr val="tx1">
                    <a:lumMod val="75000"/>
                    <a:lumOff val="25000"/>
                  </a:schemeClr>
                </a:solidFill>
                <a:latin typeface="Bahnschrift"/>
              </a:rPr>
              <a:t>→</a:t>
            </a:r>
            <a:r>
              <a:rPr lang="fr-FR" sz="1800">
                <a:solidFill>
                  <a:schemeClr val="tx1">
                    <a:lumMod val="75000"/>
                    <a:lumOff val="25000"/>
                  </a:schemeClr>
                </a:solidFill>
                <a:latin typeface="Bahnschrift"/>
              </a:rPr>
              <a:t> </a:t>
            </a:r>
            <a:r>
              <a:rPr lang="en-US" sz="3200" b="0" i="0">
                <a:solidFill>
                  <a:schemeClr val="tx1">
                    <a:lumMod val="75000"/>
                    <a:lumOff val="25000"/>
                  </a:schemeClr>
                </a:solidFill>
                <a:effectLst/>
                <a:latin typeface="Bahnschrift"/>
              </a:rPr>
              <a:t>A way to transfer the </a:t>
            </a:r>
            <a:r>
              <a:rPr lang="en-US" sz="3200">
                <a:solidFill>
                  <a:schemeClr val="tx1">
                    <a:lumMod val="75000"/>
                    <a:lumOff val="25000"/>
                  </a:schemeClr>
                </a:solidFill>
                <a:latin typeface="Bahnschrift"/>
              </a:rPr>
              <a:t>outputs of the composting </a:t>
            </a:r>
            <a:r>
              <a:rPr lang="en-US" sz="3200" b="0" i="0">
                <a:solidFill>
                  <a:schemeClr val="tx1">
                    <a:lumMod val="75000"/>
                    <a:lumOff val="25000"/>
                  </a:schemeClr>
                </a:solidFill>
                <a:effectLst/>
                <a:latin typeface="Bahnschrift"/>
              </a:rPr>
              <a:t>model into an existing soil–crop application/degradation model</a:t>
            </a:r>
            <a:endParaRPr lang="en-US"/>
          </a:p>
        </p:txBody>
      </p:sp>
    </p:spTree>
    <p:extLst>
      <p:ext uri="{BB962C8B-B14F-4D97-AF65-F5344CB8AC3E}">
        <p14:creationId xmlns:p14="http://schemas.microsoft.com/office/powerpoint/2010/main" val="82157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434343"/>
                </a:solidFill>
                <a:latin typeface="Bahnschrift SemiBold Condensed" panose="020B0502040204020203" pitchFamily="34" charset="0"/>
              </a:rPr>
              <a:t>Model </a:t>
            </a:r>
            <a:r>
              <a:rPr lang="fr-FR" err="1">
                <a:solidFill>
                  <a:srgbClr val="434343"/>
                </a:solidFill>
                <a:latin typeface="Bahnschrift SemiBold Condensed" panose="020B0502040204020203" pitchFamily="34" charset="0"/>
              </a:rPr>
              <a:t>coupling</a:t>
            </a:r>
            <a:endParaRPr lang="fr-FR">
              <a:solidFill>
                <a:srgbClr val="434343"/>
              </a:solidFill>
              <a:latin typeface="Bahnschrift SemiBold Condensed" panose="020B0502040204020203" pitchFamily="34" charset="0"/>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rtlCol="0">
            <a:spAutoFit/>
          </a:bodyPr>
          <a:lstStyle/>
          <a:p>
            <a:r>
              <a:rPr lang="en-US" sz="2400" i="1">
                <a:solidFill>
                  <a:schemeClr val="bg1"/>
                </a:solidFill>
                <a:latin typeface="Bahnschrift SemiBold Condensed" panose="020B0502040204020203" pitchFamily="34" charset="0"/>
              </a:rPr>
              <a:t>How to transfer the model outputs into an existing field emissions model ?</a:t>
            </a:r>
            <a:endParaRPr lang="fr-FR" sz="2400" i="1">
              <a:solidFill>
                <a:schemeClr val="bg1"/>
              </a:solidFill>
              <a:latin typeface="Bahnschrift SemiBold Condensed" panose="020B0502040204020203" pitchFamily="34" charset="0"/>
            </a:endParaRP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11</a:t>
            </a:fld>
            <a:endParaRPr lang="fr-FR" sz="1400">
              <a:latin typeface="Bahnschrift Light" panose="020B0502040204020203" pitchFamily="34" charset="0"/>
            </a:endParaRPr>
          </a:p>
        </p:txBody>
      </p:sp>
      <p:sp>
        <p:nvSpPr>
          <p:cNvPr id="9" name="ZoneTexte 8">
            <a:extLst>
              <a:ext uri="{FF2B5EF4-FFF2-40B4-BE49-F238E27FC236}">
                <a16:creationId xmlns:a16="http://schemas.microsoft.com/office/drawing/2014/main" id="{CFEDB8BF-D291-4B51-9CE6-5DAA9A26AFA8}"/>
              </a:ext>
            </a:extLst>
          </p:cNvPr>
          <p:cNvSpPr txBox="1"/>
          <p:nvPr/>
        </p:nvSpPr>
        <p:spPr>
          <a:xfrm>
            <a:off x="106430" y="6599623"/>
            <a:ext cx="5355098" cy="230832"/>
          </a:xfrm>
          <a:prstGeom prst="rect">
            <a:avLst/>
          </a:prstGeom>
          <a:noFill/>
        </p:spPr>
        <p:txBody>
          <a:bodyPr wrap="square" rtlCol="0">
            <a:spAutoFit/>
          </a:bodyPr>
          <a:lstStyle/>
          <a:p>
            <a:r>
              <a:rPr lang="fr-FR" sz="900"/>
              <a:t>(Levavasseur et al. 2022)</a:t>
            </a:r>
            <a:endParaRPr lang="fr-FR" sz="900">
              <a:solidFill>
                <a:srgbClr val="434343"/>
              </a:solidFill>
              <a:latin typeface="Bahnschrift Light" panose="020B0502040204020203" pitchFamily="34" charset="0"/>
            </a:endParaRPr>
          </a:p>
        </p:txBody>
      </p:sp>
      <p:pic>
        <p:nvPicPr>
          <p:cNvPr id="13" name="Image 12">
            <a:extLst>
              <a:ext uri="{FF2B5EF4-FFF2-40B4-BE49-F238E27FC236}">
                <a16:creationId xmlns:a16="http://schemas.microsoft.com/office/drawing/2014/main" id="{80B333E8-348E-40B1-BFC2-05C5687BC29C}"/>
              </a:ext>
            </a:extLst>
          </p:cNvPr>
          <p:cNvPicPr/>
          <p:nvPr/>
        </p:nvPicPr>
        <p:blipFill rotWithShape="1">
          <a:blip r:embed="rId3">
            <a:extLst>
              <a:ext uri="{28A0092B-C50C-407E-A947-70E740481C1C}">
                <a14:useLocalDpi xmlns:a14="http://schemas.microsoft.com/office/drawing/2010/main"/>
              </a:ext>
            </a:extLst>
          </a:blip>
          <a:srcRect t="5472"/>
          <a:stretch/>
        </p:blipFill>
        <p:spPr bwMode="auto">
          <a:xfrm>
            <a:off x="313181" y="1525138"/>
            <a:ext cx="7878146" cy="2991834"/>
          </a:xfrm>
          <a:prstGeom prst="rect">
            <a:avLst/>
          </a:prstGeom>
          <a:noFill/>
          <a:ln>
            <a:noFill/>
          </a:ln>
          <a:extLst>
            <a:ext uri="{53640926-AAD7-44D8-BBD7-CCE9431645EC}">
              <a14:shadowObscured xmlns:a14="http://schemas.microsoft.com/office/drawing/2010/main"/>
            </a:ext>
          </a:extLst>
        </p:spPr>
      </p:pic>
      <p:sp>
        <p:nvSpPr>
          <p:cNvPr id="15" name="ZoneTexte 14">
            <a:extLst>
              <a:ext uri="{FF2B5EF4-FFF2-40B4-BE49-F238E27FC236}">
                <a16:creationId xmlns:a16="http://schemas.microsoft.com/office/drawing/2014/main" id="{70DECBC5-C42A-4E42-8415-C92F5B3CCB3F}"/>
              </a:ext>
            </a:extLst>
          </p:cNvPr>
          <p:cNvSpPr txBox="1"/>
          <p:nvPr/>
        </p:nvSpPr>
        <p:spPr>
          <a:xfrm>
            <a:off x="433432" y="4547229"/>
            <a:ext cx="3440031" cy="646331"/>
          </a:xfrm>
          <a:prstGeom prst="rect">
            <a:avLst/>
          </a:prstGeom>
          <a:noFill/>
        </p:spPr>
        <p:txBody>
          <a:bodyPr wrap="square" rtlCol="0">
            <a:spAutoFit/>
          </a:bodyPr>
          <a:lstStyle/>
          <a:p>
            <a:pPr algn="ctr"/>
            <a:r>
              <a:rPr lang="fr-FR">
                <a:solidFill>
                  <a:schemeClr val="tx1">
                    <a:lumMod val="75000"/>
                    <a:lumOff val="25000"/>
                  </a:schemeClr>
                </a:solidFill>
                <a:latin typeface="Bahnschrift" panose="020B0502040204020203" pitchFamily="34" charset="0"/>
              </a:rPr>
              <a:t>Model of </a:t>
            </a:r>
            <a:r>
              <a:rPr lang="fr-FR" err="1">
                <a:solidFill>
                  <a:schemeClr val="tx1">
                    <a:lumMod val="75000"/>
                    <a:lumOff val="25000"/>
                  </a:schemeClr>
                </a:solidFill>
                <a:latin typeface="Bahnschrift" panose="020B0502040204020203" pitchFamily="34" charset="0"/>
              </a:rPr>
              <a:t>decomposition</a:t>
            </a:r>
            <a:r>
              <a:rPr lang="fr-FR">
                <a:solidFill>
                  <a:schemeClr val="tx1">
                    <a:lumMod val="75000"/>
                    <a:lumOff val="25000"/>
                  </a:schemeClr>
                </a:solidFill>
                <a:latin typeface="Bahnschrift" panose="020B0502040204020203" pitchFamily="34" charset="0"/>
              </a:rPr>
              <a:t> in </a:t>
            </a:r>
            <a:r>
              <a:rPr lang="fr-FR" err="1">
                <a:solidFill>
                  <a:schemeClr val="tx1">
                    <a:lumMod val="75000"/>
                    <a:lumOff val="25000"/>
                  </a:schemeClr>
                </a:solidFill>
                <a:latin typeface="Bahnschrift" panose="020B0502040204020203" pitchFamily="34" charset="0"/>
              </a:rPr>
              <a:t>soil</a:t>
            </a:r>
            <a:r>
              <a:rPr lang="fr-FR">
                <a:solidFill>
                  <a:schemeClr val="tx1">
                    <a:lumMod val="75000"/>
                    <a:lumOff val="25000"/>
                  </a:schemeClr>
                </a:solidFill>
                <a:latin typeface="Bahnschrift" panose="020B0502040204020203" pitchFamily="34" charset="0"/>
              </a:rPr>
              <a:t> (Levavasseur et. al., 2022)</a:t>
            </a:r>
          </a:p>
        </p:txBody>
      </p:sp>
      <p:cxnSp>
        <p:nvCxnSpPr>
          <p:cNvPr id="3" name="Connecteur droit avec flèche 2">
            <a:extLst>
              <a:ext uri="{FF2B5EF4-FFF2-40B4-BE49-F238E27FC236}">
                <a16:creationId xmlns:a16="http://schemas.microsoft.com/office/drawing/2014/main" id="{433DDCE8-F932-4771-8961-7CF2BA3171BE}"/>
              </a:ext>
            </a:extLst>
          </p:cNvPr>
          <p:cNvCxnSpPr>
            <a:cxnSpLocks/>
          </p:cNvCxnSpPr>
          <p:nvPr/>
        </p:nvCxnSpPr>
        <p:spPr>
          <a:xfrm flipV="1">
            <a:off x="2077388" y="5172509"/>
            <a:ext cx="1" cy="335966"/>
          </a:xfrm>
          <a:prstGeom prst="straightConnector1">
            <a:avLst/>
          </a:prstGeom>
          <a:ln w="57150">
            <a:solidFill>
              <a:srgbClr val="965429"/>
            </a:solidFill>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4F49DF89-E622-4F32-8C3A-9DB5164771E0}"/>
              </a:ext>
            </a:extLst>
          </p:cNvPr>
          <p:cNvSpPr txBox="1"/>
          <p:nvPr/>
        </p:nvSpPr>
        <p:spPr>
          <a:xfrm>
            <a:off x="4383032" y="4517727"/>
            <a:ext cx="3440031" cy="369332"/>
          </a:xfrm>
          <a:prstGeom prst="rect">
            <a:avLst/>
          </a:prstGeom>
          <a:noFill/>
        </p:spPr>
        <p:txBody>
          <a:bodyPr wrap="square" lIns="91440" tIns="45720" rIns="91440" bIns="45720" rtlCol="0" anchor="t">
            <a:spAutoFit/>
          </a:bodyPr>
          <a:lstStyle/>
          <a:p>
            <a:pPr algn="ctr"/>
            <a:r>
              <a:rPr lang="fr-FR">
                <a:solidFill>
                  <a:schemeClr val="tx1">
                    <a:lumMod val="75000"/>
                    <a:lumOff val="25000"/>
                  </a:schemeClr>
                </a:solidFill>
                <a:latin typeface="Bahnschrift"/>
              </a:rPr>
              <a:t>Incubation (3 </a:t>
            </a:r>
            <a:r>
              <a:rPr lang="fr-FR" err="1">
                <a:solidFill>
                  <a:schemeClr val="tx1">
                    <a:lumMod val="75000"/>
                    <a:lumOff val="25000"/>
                  </a:schemeClr>
                </a:solidFill>
                <a:latin typeface="Bahnschrift"/>
              </a:rPr>
              <a:t>days</a:t>
            </a:r>
            <a:r>
              <a:rPr lang="fr-FR">
                <a:solidFill>
                  <a:schemeClr val="tx1">
                    <a:lumMod val="75000"/>
                    <a:lumOff val="25000"/>
                  </a:schemeClr>
                </a:solidFill>
                <a:latin typeface="Bahnschrift"/>
              </a:rPr>
              <a:t> + 90 </a:t>
            </a:r>
            <a:r>
              <a:rPr lang="fr-FR" err="1">
                <a:solidFill>
                  <a:schemeClr val="tx1">
                    <a:lumMod val="75000"/>
                    <a:lumOff val="25000"/>
                  </a:schemeClr>
                </a:solidFill>
                <a:latin typeface="Bahnschrift"/>
              </a:rPr>
              <a:t>days</a:t>
            </a:r>
            <a:r>
              <a:rPr lang="fr-FR">
                <a:solidFill>
                  <a:schemeClr val="tx1">
                    <a:lumMod val="75000"/>
                    <a:lumOff val="25000"/>
                  </a:schemeClr>
                </a:solidFill>
                <a:latin typeface="Bahnschrift"/>
              </a:rPr>
              <a:t>)</a:t>
            </a:r>
            <a:endParaRPr lang="fr-FR">
              <a:solidFill>
                <a:schemeClr val="tx1">
                  <a:lumMod val="75000"/>
                  <a:lumOff val="25000"/>
                </a:schemeClr>
              </a:solidFill>
              <a:latin typeface="Bahnschrift" panose="020B0502040204020203" pitchFamily="34" charset="0"/>
            </a:endParaRPr>
          </a:p>
        </p:txBody>
      </p:sp>
      <p:pic>
        <p:nvPicPr>
          <p:cNvPr id="21" name="Image 20">
            <a:extLst>
              <a:ext uri="{FF2B5EF4-FFF2-40B4-BE49-F238E27FC236}">
                <a16:creationId xmlns:a16="http://schemas.microsoft.com/office/drawing/2014/main" id="{F7EB840C-4290-4515-83B9-107D8E5724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6371" y="4912624"/>
            <a:ext cx="3262284" cy="1506351"/>
          </a:xfrm>
          <a:prstGeom prst="rect">
            <a:avLst/>
          </a:prstGeom>
        </p:spPr>
      </p:pic>
      <p:pic>
        <p:nvPicPr>
          <p:cNvPr id="23" name="Image 22">
            <a:extLst>
              <a:ext uri="{FF2B5EF4-FFF2-40B4-BE49-F238E27FC236}">
                <a16:creationId xmlns:a16="http://schemas.microsoft.com/office/drawing/2014/main" id="{92CD7A0E-2F6C-45AF-8B51-A20D0B6796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81537" y="2925976"/>
            <a:ext cx="3050762" cy="2814405"/>
          </a:xfrm>
          <a:prstGeom prst="rect">
            <a:avLst/>
          </a:prstGeom>
        </p:spPr>
      </p:pic>
      <p:sp>
        <p:nvSpPr>
          <p:cNvPr id="26" name="ZoneTexte 25">
            <a:extLst>
              <a:ext uri="{FF2B5EF4-FFF2-40B4-BE49-F238E27FC236}">
                <a16:creationId xmlns:a16="http://schemas.microsoft.com/office/drawing/2014/main" id="{693E0D36-7AE2-45C4-8762-1040474E38BA}"/>
              </a:ext>
            </a:extLst>
          </p:cNvPr>
          <p:cNvSpPr txBox="1"/>
          <p:nvPr/>
        </p:nvSpPr>
        <p:spPr>
          <a:xfrm>
            <a:off x="8682144" y="2318913"/>
            <a:ext cx="3440031" cy="369332"/>
          </a:xfrm>
          <a:prstGeom prst="rect">
            <a:avLst/>
          </a:prstGeom>
          <a:noFill/>
        </p:spPr>
        <p:txBody>
          <a:bodyPr wrap="square" rtlCol="0">
            <a:spAutoFit/>
          </a:bodyPr>
          <a:lstStyle/>
          <a:p>
            <a:pPr algn="ctr"/>
            <a:r>
              <a:rPr lang="fr-FR" i="1">
                <a:solidFill>
                  <a:schemeClr val="tx1">
                    <a:lumMod val="75000"/>
                    <a:lumOff val="25000"/>
                  </a:schemeClr>
                </a:solidFill>
                <a:latin typeface="Bahnschrift" panose="020B0502040204020203" pitchFamily="34" charset="0"/>
              </a:rPr>
              <a:t>Is </a:t>
            </a:r>
            <a:r>
              <a:rPr lang="fr-FR" i="1" err="1">
                <a:solidFill>
                  <a:schemeClr val="tx1">
                    <a:lumMod val="75000"/>
                    <a:lumOff val="25000"/>
                  </a:schemeClr>
                </a:solidFill>
                <a:latin typeface="Bahnschrift" panose="020B0502040204020203" pitchFamily="34" charset="0"/>
              </a:rPr>
              <a:t>there</a:t>
            </a:r>
            <a:r>
              <a:rPr lang="fr-FR" i="1">
                <a:solidFill>
                  <a:schemeClr val="tx1">
                    <a:lumMod val="75000"/>
                    <a:lumOff val="25000"/>
                  </a:schemeClr>
                </a:solidFill>
                <a:latin typeface="Bahnschrift" panose="020B0502040204020203" pitchFamily="34" charset="0"/>
              </a:rPr>
              <a:t> a relation ?</a:t>
            </a:r>
          </a:p>
        </p:txBody>
      </p:sp>
      <p:cxnSp>
        <p:nvCxnSpPr>
          <p:cNvPr id="4" name="Connecteur droit avec flèche 3">
            <a:extLst>
              <a:ext uri="{FF2B5EF4-FFF2-40B4-BE49-F238E27FC236}">
                <a16:creationId xmlns:a16="http://schemas.microsoft.com/office/drawing/2014/main" id="{4FAD89B9-7CEC-EE93-6D02-36FAA140E4B5}"/>
              </a:ext>
            </a:extLst>
          </p:cNvPr>
          <p:cNvCxnSpPr>
            <a:cxnSpLocks/>
          </p:cNvCxnSpPr>
          <p:nvPr/>
        </p:nvCxnSpPr>
        <p:spPr>
          <a:xfrm flipH="1">
            <a:off x="3897563" y="5588988"/>
            <a:ext cx="488828" cy="9090"/>
          </a:xfrm>
          <a:prstGeom prst="straightConnector1">
            <a:avLst/>
          </a:prstGeom>
          <a:ln w="57150">
            <a:solidFill>
              <a:srgbClr val="965429"/>
            </a:solidFill>
            <a:tailEnd type="triangle"/>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78E1802A-CAB0-BF36-4FAB-3774A29B91BF}"/>
              </a:ext>
            </a:extLst>
          </p:cNvPr>
          <p:cNvSpPr txBox="1"/>
          <p:nvPr/>
        </p:nvSpPr>
        <p:spPr>
          <a:xfrm>
            <a:off x="355794" y="5547894"/>
            <a:ext cx="3440031" cy="646331"/>
          </a:xfrm>
          <a:prstGeom prst="rect">
            <a:avLst/>
          </a:prstGeom>
          <a:noFill/>
        </p:spPr>
        <p:txBody>
          <a:bodyPr wrap="square" lIns="91440" tIns="45720" rIns="91440" bIns="45720" rtlCol="0" anchor="t">
            <a:spAutoFit/>
          </a:bodyPr>
          <a:lstStyle/>
          <a:p>
            <a:pPr algn="ctr"/>
            <a:r>
              <a:rPr lang="fr-FR">
                <a:solidFill>
                  <a:srgbClr val="965429"/>
                </a:solidFill>
                <a:latin typeface="Bahnschrift"/>
              </a:rPr>
              <a:t>-</a:t>
            </a:r>
            <a:r>
              <a:rPr lang="fr-FR" err="1">
                <a:solidFill>
                  <a:srgbClr val="965429"/>
                </a:solidFill>
                <a:latin typeface="Bahnschrift"/>
              </a:rPr>
              <a:t>Repartion</a:t>
            </a:r>
            <a:r>
              <a:rPr lang="fr-FR">
                <a:solidFill>
                  <a:srgbClr val="965429"/>
                </a:solidFill>
                <a:latin typeface="Bahnschrift"/>
              </a:rPr>
              <a:t> </a:t>
            </a:r>
            <a:r>
              <a:rPr lang="fr-FR" err="1">
                <a:solidFill>
                  <a:srgbClr val="965429"/>
                </a:solidFill>
                <a:latin typeface="Bahnschrift"/>
              </a:rPr>
              <a:t>parameter</a:t>
            </a:r>
            <a:r>
              <a:rPr lang="fr-FR">
                <a:solidFill>
                  <a:srgbClr val="965429"/>
                </a:solidFill>
                <a:latin typeface="Bahnschrift"/>
              </a:rPr>
              <a:t> (RES</a:t>
            </a:r>
            <a:r>
              <a:rPr lang="fr-FR" baseline="-25000">
                <a:solidFill>
                  <a:srgbClr val="965429"/>
                </a:solidFill>
                <a:latin typeface="Bahnschrift"/>
              </a:rPr>
              <a:t>1</a:t>
            </a:r>
            <a:r>
              <a:rPr lang="fr-FR">
                <a:solidFill>
                  <a:srgbClr val="965429"/>
                </a:solidFill>
                <a:latin typeface="Bahnschrift"/>
              </a:rPr>
              <a:t>)</a:t>
            </a:r>
            <a:endParaRPr lang="fr-FR">
              <a:solidFill>
                <a:srgbClr val="965429"/>
              </a:solidFill>
              <a:ea typeface="Calibri"/>
              <a:cs typeface="Calibri"/>
            </a:endParaRPr>
          </a:p>
          <a:p>
            <a:pPr algn="ctr"/>
            <a:r>
              <a:rPr lang="fr-FR">
                <a:solidFill>
                  <a:srgbClr val="965429"/>
                </a:solidFill>
                <a:latin typeface="Bahnschrift"/>
              </a:rPr>
              <a:t>-Speed </a:t>
            </a:r>
            <a:r>
              <a:rPr lang="fr-FR" err="1">
                <a:solidFill>
                  <a:srgbClr val="965429"/>
                </a:solidFill>
                <a:latin typeface="Bahnschrift"/>
              </a:rPr>
              <a:t>parameter</a:t>
            </a:r>
            <a:r>
              <a:rPr lang="fr-FR">
                <a:solidFill>
                  <a:srgbClr val="965429"/>
                </a:solidFill>
                <a:latin typeface="Bahnschrift"/>
              </a:rPr>
              <a:t> (K</a:t>
            </a:r>
            <a:r>
              <a:rPr lang="fr-FR" baseline="-25000">
                <a:solidFill>
                  <a:srgbClr val="965429"/>
                </a:solidFill>
                <a:latin typeface="Bahnschrift"/>
              </a:rPr>
              <a:t>RES</a:t>
            </a:r>
            <a:r>
              <a:rPr lang="fr-FR">
                <a:solidFill>
                  <a:srgbClr val="965429"/>
                </a:solidFill>
                <a:latin typeface="Bahnschrift"/>
              </a:rPr>
              <a:t>)</a:t>
            </a:r>
          </a:p>
        </p:txBody>
      </p:sp>
      <p:sp>
        <p:nvSpPr>
          <p:cNvPr id="14" name="Rectangle 13">
            <a:extLst>
              <a:ext uri="{FF2B5EF4-FFF2-40B4-BE49-F238E27FC236}">
                <a16:creationId xmlns:a16="http://schemas.microsoft.com/office/drawing/2014/main" id="{908845F4-EC0A-AE30-ED1E-264265C28D3B}"/>
              </a:ext>
            </a:extLst>
          </p:cNvPr>
          <p:cNvSpPr/>
          <p:nvPr/>
        </p:nvSpPr>
        <p:spPr>
          <a:xfrm>
            <a:off x="1052439" y="2871877"/>
            <a:ext cx="402980" cy="278423"/>
          </a:xfrm>
          <a:prstGeom prst="rect">
            <a:avLst/>
          </a:prstGeom>
          <a:noFill/>
          <a:ln w="57150">
            <a:solidFill>
              <a:srgbClr val="965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CA2BD0B8-7AE6-77BB-1472-35948E9B5950}"/>
              </a:ext>
            </a:extLst>
          </p:cNvPr>
          <p:cNvSpPr/>
          <p:nvPr/>
        </p:nvSpPr>
        <p:spPr>
          <a:xfrm>
            <a:off x="2720212" y="2670593"/>
            <a:ext cx="402980" cy="278423"/>
          </a:xfrm>
          <a:prstGeom prst="rect">
            <a:avLst/>
          </a:prstGeom>
          <a:noFill/>
          <a:ln w="57150">
            <a:solidFill>
              <a:srgbClr val="965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8302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6" grpId="0"/>
      <p:bldP spid="6" grpId="0"/>
      <p:bldP spid="14"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434343"/>
                </a:solidFill>
                <a:latin typeface="Bahnschrift SemiBold Condensed" panose="020B0502040204020203" pitchFamily="34" charset="0"/>
              </a:rPr>
              <a:t>Model </a:t>
            </a:r>
            <a:r>
              <a:rPr lang="fr-FR" err="1">
                <a:solidFill>
                  <a:srgbClr val="434343"/>
                </a:solidFill>
                <a:latin typeface="Bahnschrift SemiBold Condensed" panose="020B0502040204020203" pitchFamily="34" charset="0"/>
              </a:rPr>
              <a:t>coupling</a:t>
            </a:r>
            <a:endParaRPr lang="fr-FR">
              <a:solidFill>
                <a:srgbClr val="434343"/>
              </a:solidFill>
              <a:latin typeface="Bahnschrift SemiBold Condensed" panose="020B0502040204020203" pitchFamily="34" charset="0"/>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rtlCol="0">
            <a:spAutoFit/>
          </a:bodyPr>
          <a:lstStyle/>
          <a:p>
            <a:r>
              <a:rPr lang="en-US" sz="2400" i="1">
                <a:solidFill>
                  <a:schemeClr val="bg1"/>
                </a:solidFill>
                <a:latin typeface="Bahnschrift SemiBold Condensed" panose="020B0502040204020203" pitchFamily="34" charset="0"/>
              </a:rPr>
              <a:t>Future experiment</a:t>
            </a:r>
            <a:endParaRPr lang="fr-FR" sz="2400" i="1">
              <a:solidFill>
                <a:schemeClr val="bg1"/>
              </a:solidFill>
              <a:latin typeface="Bahnschrift SemiBold Condensed" panose="020B0502040204020203" pitchFamily="34" charset="0"/>
            </a:endParaRP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12</a:t>
            </a:fld>
            <a:endParaRPr lang="fr-FR" sz="1400">
              <a:latin typeface="Bahnschrift Light" panose="020B0502040204020203" pitchFamily="34" charset="0"/>
            </a:endParaRPr>
          </a:p>
        </p:txBody>
      </p:sp>
      <p:pic>
        <p:nvPicPr>
          <p:cNvPr id="2" name="Image 1">
            <a:extLst>
              <a:ext uri="{FF2B5EF4-FFF2-40B4-BE49-F238E27FC236}">
                <a16:creationId xmlns:a16="http://schemas.microsoft.com/office/drawing/2014/main" id="{74EBDF43-DC27-B8D9-3D3C-0704940C7258}"/>
              </a:ext>
            </a:extLst>
          </p:cNvPr>
          <p:cNvPicPr>
            <a:picLocks noChangeAspect="1"/>
          </p:cNvPicPr>
          <p:nvPr/>
        </p:nvPicPr>
        <p:blipFill>
          <a:blip r:embed="rId3"/>
          <a:stretch>
            <a:fillRect/>
          </a:stretch>
        </p:blipFill>
        <p:spPr>
          <a:xfrm>
            <a:off x="1981200" y="1493548"/>
            <a:ext cx="9306560" cy="5049464"/>
          </a:xfrm>
          <a:prstGeom prst="rect">
            <a:avLst/>
          </a:prstGeom>
        </p:spPr>
      </p:pic>
      <p:sp>
        <p:nvSpPr>
          <p:cNvPr id="4" name="ZoneTexte 3">
            <a:extLst>
              <a:ext uri="{FF2B5EF4-FFF2-40B4-BE49-F238E27FC236}">
                <a16:creationId xmlns:a16="http://schemas.microsoft.com/office/drawing/2014/main" id="{7C4B1818-1AD9-90C5-E7EE-142EA80075A7}"/>
              </a:ext>
            </a:extLst>
          </p:cNvPr>
          <p:cNvSpPr txBox="1"/>
          <p:nvPr/>
        </p:nvSpPr>
        <p:spPr>
          <a:xfrm>
            <a:off x="264160" y="1610360"/>
            <a:ext cx="373888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rtl="0"/>
            <a:r>
              <a:rPr lang="en-US" sz="2400">
                <a:solidFill>
                  <a:srgbClr val="965429"/>
                </a:solidFill>
                <a:latin typeface="Bahnschrift"/>
              </a:rPr>
              <a:t>comparison with predicted gas emissions</a:t>
            </a:r>
          </a:p>
        </p:txBody>
      </p:sp>
      <p:sp>
        <p:nvSpPr>
          <p:cNvPr id="6" name="ZoneTexte 5">
            <a:extLst>
              <a:ext uri="{FF2B5EF4-FFF2-40B4-BE49-F238E27FC236}">
                <a16:creationId xmlns:a16="http://schemas.microsoft.com/office/drawing/2014/main" id="{BD5394A9-9325-7321-9649-76EFCEED94DD}"/>
              </a:ext>
            </a:extLst>
          </p:cNvPr>
          <p:cNvSpPr txBox="1"/>
          <p:nvPr/>
        </p:nvSpPr>
        <p:spPr>
          <a:xfrm>
            <a:off x="264160" y="4759959"/>
            <a:ext cx="373888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rtl="0"/>
            <a:r>
              <a:rPr lang="en-US" sz="2400">
                <a:solidFill>
                  <a:srgbClr val="965429"/>
                </a:solidFill>
                <a:latin typeface="Bahnschrift"/>
              </a:rPr>
              <a:t>comparison with predicted stability</a:t>
            </a:r>
          </a:p>
        </p:txBody>
      </p:sp>
    </p:spTree>
    <p:extLst>
      <p:ext uri="{BB962C8B-B14F-4D97-AF65-F5344CB8AC3E}">
        <p14:creationId xmlns:p14="http://schemas.microsoft.com/office/powerpoint/2010/main" val="1675972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55EDA0-0D9F-45A9-8F4F-5931F9BC0B35}"/>
              </a:ext>
            </a:extLst>
          </p:cNvPr>
          <p:cNvSpPr/>
          <p:nvPr/>
        </p:nvSpPr>
        <p:spPr>
          <a:xfrm>
            <a:off x="232367" y="2610853"/>
            <a:ext cx="8646938" cy="288757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4BD58B08-64C0-FA01-F74E-4CD193E9D65C}"/>
              </a:ext>
            </a:extLst>
          </p:cNvPr>
          <p:cNvPicPr>
            <a:picLocks noChangeAspect="1"/>
          </p:cNvPicPr>
          <p:nvPr/>
        </p:nvPicPr>
        <p:blipFill>
          <a:blip r:embed="rId3"/>
          <a:stretch>
            <a:fillRect/>
          </a:stretch>
        </p:blipFill>
        <p:spPr>
          <a:xfrm>
            <a:off x="232367" y="2270761"/>
            <a:ext cx="11706330" cy="3091039"/>
          </a:xfrm>
          <a:prstGeom prst="rect">
            <a:avLst/>
          </a:prstGeom>
        </p:spPr>
      </p:pic>
      <p:pic>
        <p:nvPicPr>
          <p:cNvPr id="2" name="Image 1">
            <a:extLst>
              <a:ext uri="{FF2B5EF4-FFF2-40B4-BE49-F238E27FC236}">
                <a16:creationId xmlns:a16="http://schemas.microsoft.com/office/drawing/2014/main" id="{2BDE84E6-718E-23E4-55E1-139DCD7C3F9A}"/>
              </a:ext>
            </a:extLst>
          </p:cNvPr>
          <p:cNvPicPr>
            <a:picLocks noChangeAspect="1"/>
          </p:cNvPicPr>
          <p:nvPr/>
        </p:nvPicPr>
        <p:blipFill>
          <a:blip r:embed="rId4"/>
          <a:stretch>
            <a:fillRect/>
          </a:stretch>
        </p:blipFill>
        <p:spPr>
          <a:xfrm>
            <a:off x="234461" y="2272855"/>
            <a:ext cx="11706330" cy="3091039"/>
          </a:xfrm>
          <a:prstGeom prst="rect">
            <a:avLst/>
          </a:prstGeom>
        </p:spPr>
      </p:pic>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434343"/>
                </a:solidFill>
                <a:latin typeface="Bahnschrift SemiBold Condensed" panose="020B0502040204020203" pitchFamily="34" charset="0"/>
              </a:rPr>
              <a:t>Model </a:t>
            </a:r>
            <a:r>
              <a:rPr lang="fr-FR" err="1">
                <a:solidFill>
                  <a:srgbClr val="434343"/>
                </a:solidFill>
                <a:latin typeface="Bahnschrift SemiBold Condensed" panose="020B0502040204020203" pitchFamily="34" charset="0"/>
              </a:rPr>
              <a:t>coupling</a:t>
            </a:r>
            <a:endParaRPr lang="fr-FR">
              <a:solidFill>
                <a:srgbClr val="434343"/>
              </a:solidFill>
              <a:latin typeface="Bahnschrift SemiBold Condensed" panose="020B0502040204020203" pitchFamily="34" charset="0"/>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BC9EF7A9-B86C-4AB5-BA76-1961FB233813}"/>
              </a:ext>
            </a:extLst>
          </p:cNvPr>
          <p:cNvSpPr/>
          <p:nvPr/>
        </p:nvSpPr>
        <p:spPr>
          <a:xfrm>
            <a:off x="1100137" y="902343"/>
            <a:ext cx="10317163" cy="486882"/>
          </a:xfrm>
          <a:prstGeom prst="roundRect">
            <a:avLst/>
          </a:prstGeom>
          <a:solidFill>
            <a:srgbClr val="8FA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E1A58A2E-1A24-4032-9DBF-64E021C5C1C6}"/>
              </a:ext>
            </a:extLst>
          </p:cNvPr>
          <p:cNvSpPr txBox="1"/>
          <p:nvPr/>
        </p:nvSpPr>
        <p:spPr>
          <a:xfrm>
            <a:off x="1247191" y="892709"/>
            <a:ext cx="9439275" cy="461665"/>
          </a:xfrm>
          <a:prstGeom prst="rect">
            <a:avLst/>
          </a:prstGeom>
          <a:noFill/>
        </p:spPr>
        <p:txBody>
          <a:bodyPr wrap="square" rtlCol="0">
            <a:spAutoFit/>
          </a:bodyPr>
          <a:lstStyle/>
          <a:p>
            <a:r>
              <a:rPr lang="en-US" sz="2400" i="1">
                <a:solidFill>
                  <a:schemeClr val="bg1"/>
                </a:solidFill>
                <a:latin typeface="Bahnschrift SemiBold Condensed" panose="020B0502040204020203" pitchFamily="34" charset="0"/>
              </a:rPr>
              <a:t>Perspectives</a:t>
            </a:r>
            <a:endParaRPr lang="fr-FR" sz="2400" i="1">
              <a:solidFill>
                <a:schemeClr val="bg1"/>
              </a:solidFill>
              <a:latin typeface="Bahnschrift SemiBold Condensed" panose="020B0502040204020203" pitchFamily="34" charset="0"/>
            </a:endParaRP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13</a:t>
            </a:fld>
            <a:endParaRPr lang="fr-FR" sz="1400">
              <a:latin typeface="Bahnschrift Light" panose="020B0502040204020203" pitchFamily="34" charset="0"/>
            </a:endParaRPr>
          </a:p>
        </p:txBody>
      </p:sp>
      <p:sp>
        <p:nvSpPr>
          <p:cNvPr id="5" name="ZoneTexte 4">
            <a:extLst>
              <a:ext uri="{FF2B5EF4-FFF2-40B4-BE49-F238E27FC236}">
                <a16:creationId xmlns:a16="http://schemas.microsoft.com/office/drawing/2014/main" id="{BC3F8B77-4DA5-4830-B885-CDB46133B6CC}"/>
              </a:ext>
            </a:extLst>
          </p:cNvPr>
          <p:cNvSpPr txBox="1"/>
          <p:nvPr/>
        </p:nvSpPr>
        <p:spPr>
          <a:xfrm>
            <a:off x="348916" y="5089358"/>
            <a:ext cx="2791326" cy="369332"/>
          </a:xfrm>
          <a:prstGeom prst="rect">
            <a:avLst/>
          </a:prstGeom>
          <a:noFill/>
        </p:spPr>
        <p:txBody>
          <a:bodyPr wrap="square" rtlCol="0">
            <a:spAutoFit/>
          </a:bodyPr>
          <a:lstStyle/>
          <a:p>
            <a:r>
              <a:rPr lang="fr-FR" dirty="0">
                <a:solidFill>
                  <a:schemeClr val="accent1">
                    <a:lumMod val="50000"/>
                  </a:schemeClr>
                </a:solidFill>
                <a:latin typeface="Bahnschrift" panose="020B0502040204020203" pitchFamily="34" charset="0"/>
                <a:cs typeface="Arial" panose="020B0604020202020204" pitchFamily="34" charset="0"/>
              </a:rPr>
              <a:t>Scope of PhD</a:t>
            </a:r>
          </a:p>
        </p:txBody>
      </p:sp>
    </p:spTree>
    <p:extLst>
      <p:ext uri="{BB962C8B-B14F-4D97-AF65-F5344CB8AC3E}">
        <p14:creationId xmlns:p14="http://schemas.microsoft.com/office/powerpoint/2010/main" val="92734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73EFBD2-4C7C-4D46-96B9-A1271350B490}"/>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18250447-C108-4269-8DB2-BC640F3135C4}"/>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27">
            <a:extLst>
              <a:ext uri="{FF2B5EF4-FFF2-40B4-BE49-F238E27FC236}">
                <a16:creationId xmlns:a16="http://schemas.microsoft.com/office/drawing/2014/main" id="{89860DEC-F78A-4E6C-A017-CD2F76F194E1}"/>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14</a:t>
            </a:fld>
            <a:endParaRPr lang="fr-FR" sz="1400">
              <a:latin typeface="Bahnschrift Light" panose="020B0502040204020203" pitchFamily="34" charset="0"/>
            </a:endParaRPr>
          </a:p>
        </p:txBody>
      </p:sp>
      <p:sp>
        <p:nvSpPr>
          <p:cNvPr id="9" name="Titre 1">
            <a:extLst>
              <a:ext uri="{FF2B5EF4-FFF2-40B4-BE49-F238E27FC236}">
                <a16:creationId xmlns:a16="http://schemas.microsoft.com/office/drawing/2014/main" id="{E1ADF1AA-00AC-428A-BAB5-7A3E69028CD3}"/>
              </a:ext>
            </a:extLst>
          </p:cNvPr>
          <p:cNvSpPr txBox="1">
            <a:spLocks/>
          </p:cNvSpPr>
          <p:nvPr/>
        </p:nvSpPr>
        <p:spPr>
          <a:xfrm>
            <a:off x="838200" y="23506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000" dirty="0" err="1">
                <a:solidFill>
                  <a:srgbClr val="434343"/>
                </a:solidFill>
                <a:latin typeface="Bahnschrift SemiBold Condensed" panose="020B0502040204020203" pitchFamily="34" charset="0"/>
              </a:rPr>
              <a:t>Thank</a:t>
            </a:r>
            <a:r>
              <a:rPr lang="fr-FR" sz="8000" dirty="0">
                <a:solidFill>
                  <a:srgbClr val="434343"/>
                </a:solidFill>
                <a:latin typeface="Bahnschrift SemiBold Condensed" panose="020B0502040204020203" pitchFamily="34" charset="0"/>
              </a:rPr>
              <a:t> </a:t>
            </a:r>
            <a:r>
              <a:rPr lang="fr-FR" sz="8000" dirty="0" err="1">
                <a:solidFill>
                  <a:srgbClr val="434343"/>
                </a:solidFill>
                <a:latin typeface="Bahnschrift SemiBold Condensed" panose="020B0502040204020203" pitchFamily="34" charset="0"/>
              </a:rPr>
              <a:t>you</a:t>
            </a:r>
            <a:endParaRPr lang="fr-FR" sz="8000" dirty="0">
              <a:solidFill>
                <a:srgbClr val="434343"/>
              </a:solidFill>
              <a:latin typeface="Bahnschrift SemiBold Condensed" panose="020B0502040204020203" pitchFamily="34" charset="0"/>
            </a:endParaRPr>
          </a:p>
        </p:txBody>
      </p:sp>
      <p:sp>
        <p:nvSpPr>
          <p:cNvPr id="10" name="Titre 1">
            <a:extLst>
              <a:ext uri="{FF2B5EF4-FFF2-40B4-BE49-F238E27FC236}">
                <a16:creationId xmlns:a16="http://schemas.microsoft.com/office/drawing/2014/main" id="{C1F7F0D8-CCFF-4754-A877-2C8E674E0177}"/>
              </a:ext>
            </a:extLst>
          </p:cNvPr>
          <p:cNvSpPr txBox="1">
            <a:spLocks/>
          </p:cNvSpPr>
          <p:nvPr/>
        </p:nvSpPr>
        <p:spPr>
          <a:xfrm>
            <a:off x="838200" y="34290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dirty="0">
                <a:solidFill>
                  <a:srgbClr val="434343"/>
                </a:solidFill>
                <a:latin typeface="Bahnschrift SemiBold Condensed" panose="020B0502040204020203" pitchFamily="34" charset="0"/>
              </a:rPr>
              <a:t>for </a:t>
            </a:r>
            <a:r>
              <a:rPr lang="fr-FR" dirty="0" err="1">
                <a:solidFill>
                  <a:srgbClr val="434343"/>
                </a:solidFill>
                <a:latin typeface="Bahnschrift SemiBold Condensed" panose="020B0502040204020203" pitchFamily="34" charset="0"/>
              </a:rPr>
              <a:t>your</a:t>
            </a:r>
            <a:r>
              <a:rPr lang="fr-FR" dirty="0">
                <a:solidFill>
                  <a:srgbClr val="434343"/>
                </a:solidFill>
                <a:latin typeface="Bahnschrift SemiBold Condensed" panose="020B0502040204020203" pitchFamily="34" charset="0"/>
              </a:rPr>
              <a:t> attention</a:t>
            </a:r>
          </a:p>
        </p:txBody>
      </p:sp>
      <p:pic>
        <p:nvPicPr>
          <p:cNvPr id="5" name="Image 4">
            <a:extLst>
              <a:ext uri="{FF2B5EF4-FFF2-40B4-BE49-F238E27FC236}">
                <a16:creationId xmlns:a16="http://schemas.microsoft.com/office/drawing/2014/main" id="{C2AB5FA5-BB14-4C10-B70E-CD81A915A798}"/>
              </a:ext>
            </a:extLst>
          </p:cNvPr>
          <p:cNvPicPr>
            <a:picLocks noChangeAspect="1"/>
          </p:cNvPicPr>
          <p:nvPr/>
        </p:nvPicPr>
        <p:blipFill>
          <a:blip r:embed="rId2"/>
          <a:stretch>
            <a:fillRect/>
          </a:stretch>
        </p:blipFill>
        <p:spPr>
          <a:xfrm>
            <a:off x="933269" y="2350644"/>
            <a:ext cx="2524306" cy="2505745"/>
          </a:xfrm>
          <a:prstGeom prst="rect">
            <a:avLst/>
          </a:prstGeom>
        </p:spPr>
      </p:pic>
      <p:sp>
        <p:nvSpPr>
          <p:cNvPr id="12" name="ZoneTexte 11">
            <a:extLst>
              <a:ext uri="{FF2B5EF4-FFF2-40B4-BE49-F238E27FC236}">
                <a16:creationId xmlns:a16="http://schemas.microsoft.com/office/drawing/2014/main" id="{987F7C46-DB12-4E6B-8C9B-AA1B15C0876D}"/>
              </a:ext>
            </a:extLst>
          </p:cNvPr>
          <p:cNvSpPr txBox="1"/>
          <p:nvPr/>
        </p:nvSpPr>
        <p:spPr>
          <a:xfrm>
            <a:off x="464253" y="5240799"/>
            <a:ext cx="3390900" cy="452175"/>
          </a:xfrm>
          <a:prstGeom prst="rect">
            <a:avLst/>
          </a:prstGeom>
          <a:noFill/>
        </p:spPr>
        <p:txBody>
          <a:bodyPr wrap="square">
            <a:spAutoFit/>
          </a:bodyPr>
          <a:lstStyle/>
          <a:p>
            <a:pPr lvl="0" algn="ctr">
              <a:lnSpc>
                <a:spcPct val="107000"/>
              </a:lnSpc>
            </a:pPr>
            <a:r>
              <a:rPr lang="fr-FR" sz="2400" err="1">
                <a:solidFill>
                  <a:schemeClr val="tx1">
                    <a:lumMod val="75000"/>
                    <a:lumOff val="25000"/>
                  </a:schemeClr>
                </a:solidFill>
                <a:effectLst/>
                <a:latin typeface="Bahnschrift Light" panose="020B0502040204020203" pitchFamily="34" charset="0"/>
                <a:ea typeface="Cambria" panose="02040503050406030204" pitchFamily="18" charset="0"/>
                <a:cs typeface="Cambria" panose="02040503050406030204" pitchFamily="18" charset="0"/>
              </a:rPr>
              <a:t>References</a:t>
            </a:r>
            <a:r>
              <a:rPr lang="fr-FR" sz="2400">
                <a:solidFill>
                  <a:schemeClr val="tx1">
                    <a:lumMod val="75000"/>
                    <a:lumOff val="25000"/>
                  </a:schemeClr>
                </a:solidFill>
                <a:effectLst/>
                <a:latin typeface="Bahnschrift Light" panose="020B0502040204020203" pitchFamily="34" charset="0"/>
                <a:ea typeface="Cambria" panose="02040503050406030204" pitchFamily="18" charset="0"/>
                <a:cs typeface="Cambria" panose="02040503050406030204" pitchFamily="18" charset="0"/>
              </a:rPr>
              <a:t> &amp; slides</a:t>
            </a:r>
          </a:p>
        </p:txBody>
      </p:sp>
      <p:cxnSp>
        <p:nvCxnSpPr>
          <p:cNvPr id="13" name="Connecteur droit avec flèche 12">
            <a:extLst>
              <a:ext uri="{FF2B5EF4-FFF2-40B4-BE49-F238E27FC236}">
                <a16:creationId xmlns:a16="http://schemas.microsoft.com/office/drawing/2014/main" id="{3B35D863-985F-48CE-B876-6C8247C26505}"/>
              </a:ext>
            </a:extLst>
          </p:cNvPr>
          <p:cNvCxnSpPr>
            <a:cxnSpLocks/>
            <a:stCxn id="12" idx="0"/>
          </p:cNvCxnSpPr>
          <p:nvPr/>
        </p:nvCxnSpPr>
        <p:spPr>
          <a:xfrm flipV="1">
            <a:off x="2159703" y="4917281"/>
            <a:ext cx="0" cy="32351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Titre 1">
            <a:extLst>
              <a:ext uri="{FF2B5EF4-FFF2-40B4-BE49-F238E27FC236}">
                <a16:creationId xmlns:a16="http://schemas.microsoft.com/office/drawing/2014/main" id="{79D221CF-5563-796C-2C5F-3B023484AB91}"/>
              </a:ext>
            </a:extLst>
          </p:cNvPr>
          <p:cNvSpPr txBox="1">
            <a:spLocks/>
          </p:cNvSpPr>
          <p:nvPr/>
        </p:nvSpPr>
        <p:spPr>
          <a:xfrm>
            <a:off x="4446916" y="4924244"/>
            <a:ext cx="4865299" cy="750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dirty="0">
                <a:solidFill>
                  <a:schemeClr val="tx1">
                    <a:lumMod val="75000"/>
                    <a:lumOff val="25000"/>
                  </a:schemeClr>
                </a:solidFill>
                <a:latin typeface="Bahnschrift SemiBold Condensed"/>
              </a:rPr>
              <a:t>mailto: robin.pourcel@cirad.fr</a:t>
            </a:r>
            <a:endParaRPr lang="fr-FR" dirty="0">
              <a:solidFill>
                <a:schemeClr val="tx1">
                  <a:lumMod val="75000"/>
                  <a:lumOff val="25000"/>
                </a:schemeClr>
              </a:solidFill>
            </a:endParaRPr>
          </a:p>
        </p:txBody>
      </p:sp>
    </p:spTree>
    <p:extLst>
      <p:ext uri="{BB962C8B-B14F-4D97-AF65-F5344CB8AC3E}">
        <p14:creationId xmlns:p14="http://schemas.microsoft.com/office/powerpoint/2010/main" val="1905106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C83B17-5182-4CED-93EF-02383F4069CE}"/>
              </a:ext>
            </a:extLst>
          </p:cNvPr>
          <p:cNvSpPr/>
          <p:nvPr/>
        </p:nvSpPr>
        <p:spPr>
          <a:xfrm>
            <a:off x="0" y="-8621"/>
            <a:ext cx="12192000" cy="815794"/>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BF421660-E234-4CE9-9D25-42465000B681}"/>
              </a:ext>
            </a:extLst>
          </p:cNvPr>
          <p:cNvSpPr txBox="1">
            <a:spLocks/>
          </p:cNvSpPr>
          <p:nvPr/>
        </p:nvSpPr>
        <p:spPr>
          <a:xfrm>
            <a:off x="203728" y="-25640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err="1">
                <a:solidFill>
                  <a:srgbClr val="434343"/>
                </a:solidFill>
                <a:latin typeface="Bahnschrift SemiBold Condensed" panose="020B0502040204020203" pitchFamily="34" charset="0"/>
              </a:rPr>
              <a:t>References</a:t>
            </a:r>
            <a:endParaRPr lang="fr-FR">
              <a:solidFill>
                <a:srgbClr val="434343"/>
              </a:solidFill>
              <a:latin typeface="Bahnschrift SemiBold Condensed" panose="020B0502040204020203" pitchFamily="34" charset="0"/>
            </a:endParaRPr>
          </a:p>
        </p:txBody>
      </p:sp>
      <p:sp>
        <p:nvSpPr>
          <p:cNvPr id="12" name="Rectangle 11">
            <a:extLst>
              <a:ext uri="{FF2B5EF4-FFF2-40B4-BE49-F238E27FC236}">
                <a16:creationId xmlns:a16="http://schemas.microsoft.com/office/drawing/2014/main" id="{7B795E0E-6565-4082-9CDD-64363A1C2990}"/>
              </a:ext>
            </a:extLst>
          </p:cNvPr>
          <p:cNvSpPr/>
          <p:nvPr/>
        </p:nvSpPr>
        <p:spPr>
          <a:xfrm>
            <a:off x="0" y="6545243"/>
            <a:ext cx="12192000" cy="339593"/>
          </a:xfrm>
          <a:prstGeom prst="rect">
            <a:avLst/>
          </a:prstGeom>
          <a:solidFill>
            <a:srgbClr val="E8DC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27">
            <a:extLst>
              <a:ext uri="{FF2B5EF4-FFF2-40B4-BE49-F238E27FC236}">
                <a16:creationId xmlns:a16="http://schemas.microsoft.com/office/drawing/2014/main" id="{703A4285-7350-4B41-9106-24F6ADEE9D9A}"/>
              </a:ext>
            </a:extLst>
          </p:cNvPr>
          <p:cNvSpPr>
            <a:spLocks noGrp="1"/>
          </p:cNvSpPr>
          <p:nvPr>
            <p:ph type="sldNum" sz="quarter" idx="12"/>
          </p:nvPr>
        </p:nvSpPr>
        <p:spPr>
          <a:xfrm>
            <a:off x="9314866" y="6545243"/>
            <a:ext cx="2743200" cy="365125"/>
          </a:xfrm>
        </p:spPr>
        <p:txBody>
          <a:bodyPr/>
          <a:lstStyle/>
          <a:p>
            <a:fld id="{803D9482-843C-4046-919C-EBE5790709C2}" type="slidenum">
              <a:rPr lang="fr-FR" sz="1400" smtClean="0">
                <a:latin typeface="Bahnschrift Light" panose="020B0502040204020203" pitchFamily="34" charset="0"/>
              </a:rPr>
              <a:t>15</a:t>
            </a:fld>
            <a:endParaRPr lang="fr-FR" sz="1400">
              <a:latin typeface="Bahnschrift Light" panose="020B0502040204020203" pitchFamily="34" charset="0"/>
            </a:endParaRPr>
          </a:p>
        </p:txBody>
      </p:sp>
      <p:sp>
        <p:nvSpPr>
          <p:cNvPr id="9" name="ZoneTexte 8">
            <a:extLst>
              <a:ext uri="{FF2B5EF4-FFF2-40B4-BE49-F238E27FC236}">
                <a16:creationId xmlns:a16="http://schemas.microsoft.com/office/drawing/2014/main" id="{627A4BDD-F1C3-489F-BF14-2AFE2AFC02B4}"/>
              </a:ext>
            </a:extLst>
          </p:cNvPr>
          <p:cNvSpPr txBox="1"/>
          <p:nvPr/>
        </p:nvSpPr>
        <p:spPr>
          <a:xfrm>
            <a:off x="856815" y="1069954"/>
            <a:ext cx="11024710" cy="5355312"/>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fr-FR" dirty="0">
                <a:effectLst/>
                <a:latin typeface="Bahnschrift Light Condensed"/>
              </a:rPr>
              <a:t>Chadwick, Dave, Sven Sommer, Rachel </a:t>
            </a:r>
            <a:r>
              <a:rPr lang="fr-FR" dirty="0" err="1">
                <a:effectLst/>
                <a:latin typeface="Bahnschrift Light Condensed"/>
              </a:rPr>
              <a:t>Thorman</a:t>
            </a:r>
            <a:r>
              <a:rPr lang="fr-FR" dirty="0">
                <a:effectLst/>
                <a:latin typeface="Bahnschrift Light Condensed"/>
              </a:rPr>
              <a:t>, et al. 2011. « </a:t>
            </a:r>
            <a:r>
              <a:rPr lang="fr-FR" dirty="0" err="1">
                <a:effectLst/>
                <a:latin typeface="Bahnschrift Light Condensed"/>
              </a:rPr>
              <a:t>Manure</a:t>
            </a:r>
            <a:r>
              <a:rPr lang="fr-FR" dirty="0">
                <a:effectLst/>
                <a:latin typeface="Bahnschrift Light Condensed"/>
              </a:rPr>
              <a:t> management: Implications for </a:t>
            </a:r>
            <a:r>
              <a:rPr lang="fr-FR" dirty="0" err="1">
                <a:effectLst/>
                <a:latin typeface="Bahnschrift Light Condensed"/>
              </a:rPr>
              <a:t>greenhouse</a:t>
            </a:r>
            <a:r>
              <a:rPr lang="fr-FR" dirty="0">
                <a:effectLst/>
                <a:latin typeface="Bahnschrift Light Condensed"/>
              </a:rPr>
              <a:t> </a:t>
            </a:r>
            <a:r>
              <a:rPr lang="fr-FR" dirty="0" err="1">
                <a:effectLst/>
                <a:latin typeface="Bahnschrift Light Condensed"/>
              </a:rPr>
              <a:t>gas</a:t>
            </a:r>
            <a:r>
              <a:rPr lang="fr-FR" dirty="0">
                <a:effectLst/>
                <a:latin typeface="Bahnschrift Light Condensed"/>
              </a:rPr>
              <a:t> </a:t>
            </a:r>
            <a:r>
              <a:rPr lang="fr-FR" dirty="0" err="1">
                <a:effectLst/>
                <a:latin typeface="Bahnschrift Light Condensed"/>
              </a:rPr>
              <a:t>emissions</a:t>
            </a:r>
            <a:r>
              <a:rPr lang="fr-FR" dirty="0">
                <a:effectLst/>
                <a:latin typeface="Bahnschrift Light Condensed"/>
              </a:rPr>
              <a:t> ». </a:t>
            </a:r>
            <a:r>
              <a:rPr lang="fr-FR" i="1" dirty="0">
                <a:effectLst/>
                <a:latin typeface="Bahnschrift Light Condensed"/>
              </a:rPr>
              <a:t>Animal </a:t>
            </a:r>
            <a:r>
              <a:rPr lang="fr-FR" i="1" dirty="0" err="1">
                <a:effectLst/>
                <a:latin typeface="Bahnschrift Light Condensed"/>
              </a:rPr>
              <a:t>Feed</a:t>
            </a:r>
            <a:r>
              <a:rPr lang="fr-FR" i="1" dirty="0">
                <a:effectLst/>
                <a:latin typeface="Bahnschrift Light Condensed"/>
              </a:rPr>
              <a:t> Science and </a:t>
            </a:r>
            <a:r>
              <a:rPr lang="fr-FR" i="1" dirty="0" err="1">
                <a:effectLst/>
                <a:latin typeface="Bahnschrift Light Condensed"/>
              </a:rPr>
              <a:t>Technology</a:t>
            </a:r>
            <a:r>
              <a:rPr lang="fr-FR" dirty="0">
                <a:effectLst/>
                <a:latin typeface="Bahnschrift Light Condensed"/>
              </a:rPr>
              <a:t>, </a:t>
            </a:r>
            <a:r>
              <a:rPr lang="fr-FR" dirty="0" err="1">
                <a:effectLst/>
                <a:latin typeface="Bahnschrift Light Condensed"/>
              </a:rPr>
              <a:t>Special</a:t>
            </a:r>
            <a:r>
              <a:rPr lang="fr-FR" dirty="0">
                <a:effectLst/>
                <a:latin typeface="Bahnschrift Light Condensed"/>
              </a:rPr>
              <a:t> Issue: </a:t>
            </a:r>
            <a:r>
              <a:rPr lang="fr-FR" dirty="0" err="1">
                <a:effectLst/>
                <a:latin typeface="Bahnschrift Light Condensed"/>
              </a:rPr>
              <a:t>Greenhouse</a:t>
            </a:r>
            <a:r>
              <a:rPr lang="fr-FR" dirty="0">
                <a:effectLst/>
                <a:latin typeface="Bahnschrift Light Condensed"/>
              </a:rPr>
              <a:t> </a:t>
            </a:r>
            <a:r>
              <a:rPr lang="fr-FR" dirty="0" err="1">
                <a:effectLst/>
                <a:latin typeface="Bahnschrift Light Condensed"/>
              </a:rPr>
              <a:t>Gases</a:t>
            </a:r>
            <a:r>
              <a:rPr lang="fr-FR" dirty="0">
                <a:effectLst/>
                <a:latin typeface="Bahnschrift Light Condensed"/>
              </a:rPr>
              <a:t> in Animal Agriculture - </a:t>
            </a:r>
            <a:r>
              <a:rPr lang="fr-FR" dirty="0" err="1">
                <a:effectLst/>
                <a:latin typeface="Bahnschrift Light Condensed"/>
              </a:rPr>
              <a:t>Finding</a:t>
            </a:r>
            <a:r>
              <a:rPr lang="fr-FR" dirty="0">
                <a:effectLst/>
                <a:latin typeface="Bahnschrift Light Condensed"/>
              </a:rPr>
              <a:t> a Balance </a:t>
            </a:r>
            <a:r>
              <a:rPr lang="fr-FR" dirty="0" err="1">
                <a:effectLst/>
                <a:latin typeface="Bahnschrift Light Condensed"/>
              </a:rPr>
              <a:t>between</a:t>
            </a:r>
            <a:r>
              <a:rPr lang="fr-FR" dirty="0">
                <a:effectLst/>
                <a:latin typeface="Bahnschrift Light Condensed"/>
              </a:rPr>
              <a:t> Food and Emissions, vol. 166‑167 (juin): 514‑31. </a:t>
            </a:r>
            <a:r>
              <a:rPr lang="fr-FR" dirty="0">
                <a:effectLst/>
                <a:latin typeface="Bahnschrift Light Condensed"/>
                <a:hlinkClick r:id="rId3"/>
              </a:rPr>
              <a:t>https://doi.org/10.1016/j.anifeedsci.2011.04.036</a:t>
            </a:r>
            <a:r>
              <a:rPr lang="fr-FR" dirty="0">
                <a:effectLst/>
                <a:latin typeface="Bahnschrift Light Condensed"/>
              </a:rPr>
              <a:t>.</a:t>
            </a:r>
          </a:p>
          <a:p>
            <a:pPr marL="285750" indent="-285750">
              <a:buFont typeface="Arial" panose="020B0604020202020204" pitchFamily="34" charset="0"/>
              <a:buChar char="•"/>
            </a:pPr>
            <a:endParaRPr lang="fr-FR" dirty="0">
              <a:effectLst/>
              <a:latin typeface="Bahnschrift Light Condensed" panose="020B0502040204020203" pitchFamily="34" charset="0"/>
            </a:endParaRPr>
          </a:p>
          <a:p>
            <a:pPr marL="285750" indent="-285750">
              <a:buFont typeface="Arial" panose="020B0604020202020204" pitchFamily="34" charset="0"/>
              <a:buChar char="•"/>
            </a:pPr>
            <a:r>
              <a:rPr lang="fr-FR" dirty="0">
                <a:effectLst/>
                <a:latin typeface="Bahnschrift Light Condensed"/>
              </a:rPr>
              <a:t>Levavasseur, Florent, Gwenaelle </a:t>
            </a:r>
            <a:r>
              <a:rPr lang="fr-FR" dirty="0" err="1">
                <a:effectLst/>
                <a:latin typeface="Bahnschrift Light Condensed"/>
              </a:rPr>
              <a:t>Lashermes</a:t>
            </a:r>
            <a:r>
              <a:rPr lang="fr-FR" dirty="0">
                <a:effectLst/>
                <a:latin typeface="Bahnschrift Light Condensed"/>
              </a:rPr>
              <a:t>, Bruno Mary, et al. 2022. « </a:t>
            </a:r>
            <a:r>
              <a:rPr lang="fr-FR" dirty="0" err="1">
                <a:effectLst/>
                <a:latin typeface="Bahnschrift Light Condensed"/>
              </a:rPr>
              <a:t>Quantifying</a:t>
            </a:r>
            <a:r>
              <a:rPr lang="fr-FR" dirty="0">
                <a:effectLst/>
                <a:latin typeface="Bahnschrift Light Condensed"/>
              </a:rPr>
              <a:t> and </a:t>
            </a:r>
            <a:r>
              <a:rPr lang="fr-FR" dirty="0" err="1">
                <a:effectLst/>
                <a:latin typeface="Bahnschrift Light Condensed"/>
              </a:rPr>
              <a:t>Simulating</a:t>
            </a:r>
            <a:r>
              <a:rPr lang="fr-FR" dirty="0">
                <a:effectLst/>
                <a:latin typeface="Bahnschrift Light Condensed"/>
              </a:rPr>
              <a:t> Carbon and </a:t>
            </a:r>
            <a:r>
              <a:rPr lang="fr-FR" dirty="0" err="1">
                <a:effectLst/>
                <a:latin typeface="Bahnschrift Light Condensed"/>
              </a:rPr>
              <a:t>Nitrogen</a:t>
            </a:r>
            <a:r>
              <a:rPr lang="fr-FR" dirty="0">
                <a:effectLst/>
                <a:latin typeface="Bahnschrift Light Condensed"/>
              </a:rPr>
              <a:t> </a:t>
            </a:r>
            <a:r>
              <a:rPr lang="fr-FR" dirty="0" err="1">
                <a:effectLst/>
                <a:latin typeface="Bahnschrift Light Condensed"/>
              </a:rPr>
              <a:t>Mineralization</a:t>
            </a:r>
            <a:r>
              <a:rPr lang="fr-FR" dirty="0">
                <a:effectLst/>
                <a:latin typeface="Bahnschrift Light Condensed"/>
              </a:rPr>
              <a:t> </a:t>
            </a:r>
            <a:r>
              <a:rPr lang="fr-FR" dirty="0" err="1">
                <a:effectLst/>
                <a:latin typeface="Bahnschrift Light Condensed"/>
              </a:rPr>
              <a:t>from</a:t>
            </a:r>
            <a:r>
              <a:rPr lang="fr-FR" dirty="0">
                <a:effectLst/>
                <a:latin typeface="Bahnschrift Light Condensed"/>
              </a:rPr>
              <a:t> Diverse </a:t>
            </a:r>
            <a:r>
              <a:rPr lang="fr-FR" dirty="0" err="1">
                <a:effectLst/>
                <a:latin typeface="Bahnschrift Light Condensed"/>
              </a:rPr>
              <a:t>Exogenous</a:t>
            </a:r>
            <a:r>
              <a:rPr lang="fr-FR" dirty="0">
                <a:effectLst/>
                <a:latin typeface="Bahnschrift Light Condensed"/>
              </a:rPr>
              <a:t> </a:t>
            </a:r>
            <a:r>
              <a:rPr lang="fr-FR" dirty="0" err="1">
                <a:effectLst/>
                <a:latin typeface="Bahnschrift Light Condensed"/>
              </a:rPr>
              <a:t>Organic</a:t>
            </a:r>
            <a:r>
              <a:rPr lang="fr-FR" dirty="0">
                <a:effectLst/>
                <a:latin typeface="Bahnschrift Light Condensed"/>
              </a:rPr>
              <a:t> </a:t>
            </a:r>
            <a:r>
              <a:rPr lang="fr-FR" dirty="0" err="1">
                <a:effectLst/>
                <a:latin typeface="Bahnschrift Light Condensed"/>
              </a:rPr>
              <a:t>Matters</a:t>
            </a:r>
            <a:r>
              <a:rPr lang="fr-FR" dirty="0">
                <a:effectLst/>
                <a:latin typeface="Bahnschrift Light Condensed"/>
              </a:rPr>
              <a:t> ». </a:t>
            </a:r>
            <a:r>
              <a:rPr lang="fr-FR" i="1" dirty="0" err="1">
                <a:effectLst/>
                <a:latin typeface="Bahnschrift Light Condensed"/>
              </a:rPr>
              <a:t>Soil</a:t>
            </a:r>
            <a:r>
              <a:rPr lang="fr-FR" i="1" dirty="0">
                <a:effectLst/>
                <a:latin typeface="Bahnschrift Light Condensed"/>
              </a:rPr>
              <a:t> Use and Management</a:t>
            </a:r>
            <a:r>
              <a:rPr lang="fr-FR" dirty="0">
                <a:effectLst/>
                <a:latin typeface="Bahnschrift Light Condensed"/>
              </a:rPr>
              <a:t> 38 (1): 411‑25. </a:t>
            </a:r>
            <a:r>
              <a:rPr lang="fr-FR" dirty="0">
                <a:effectLst/>
                <a:latin typeface="Bahnschrift Light Condensed"/>
                <a:hlinkClick r:id="rId4"/>
              </a:rPr>
              <a:t>https://doi.org/10.1111/sum.12745</a:t>
            </a:r>
            <a:r>
              <a:rPr lang="fr-FR" dirty="0">
                <a:effectLst/>
                <a:latin typeface="Bahnschrift Light Condensed"/>
              </a:rPr>
              <a:t>.</a:t>
            </a:r>
          </a:p>
          <a:p>
            <a:pPr marL="285750" indent="-285750">
              <a:buFont typeface="Arial" panose="020B0604020202020204" pitchFamily="34" charset="0"/>
              <a:buChar char="•"/>
            </a:pPr>
            <a:endParaRPr lang="fr-FR" dirty="0">
              <a:effectLst/>
              <a:latin typeface="Bahnschrift Light Condensed" panose="020B0502040204020203" pitchFamily="34" charset="0"/>
            </a:endParaRPr>
          </a:p>
          <a:p>
            <a:pPr marL="285750" indent="-285750">
              <a:buFont typeface="Arial" panose="020B0604020202020204" pitchFamily="34" charset="0"/>
              <a:buChar char="•"/>
            </a:pPr>
            <a:r>
              <a:rPr lang="fr-FR" dirty="0" err="1">
                <a:effectLst/>
                <a:latin typeface="Bahnschrift Light Condensed"/>
              </a:rPr>
              <a:t>Oudart</a:t>
            </a:r>
            <a:r>
              <a:rPr lang="fr-FR" dirty="0">
                <a:effectLst/>
                <a:latin typeface="Bahnschrift Light Condensed"/>
              </a:rPr>
              <a:t>, D., P. Robin, J. M. Paillat, et E. Paul. 2015. « </a:t>
            </a:r>
            <a:r>
              <a:rPr lang="fr-FR" dirty="0" err="1">
                <a:effectLst/>
                <a:latin typeface="Bahnschrift Light Condensed"/>
              </a:rPr>
              <a:t>Modelling</a:t>
            </a:r>
            <a:r>
              <a:rPr lang="fr-FR" dirty="0">
                <a:effectLst/>
                <a:latin typeface="Bahnschrift Light Condensed"/>
              </a:rPr>
              <a:t> </a:t>
            </a:r>
            <a:r>
              <a:rPr lang="fr-FR" dirty="0" err="1">
                <a:effectLst/>
                <a:latin typeface="Bahnschrift Light Condensed"/>
              </a:rPr>
              <a:t>nitrogen</a:t>
            </a:r>
            <a:r>
              <a:rPr lang="fr-FR" dirty="0">
                <a:effectLst/>
                <a:latin typeface="Bahnschrift Light Condensed"/>
              </a:rPr>
              <a:t> and </a:t>
            </a:r>
            <a:r>
              <a:rPr lang="fr-FR" dirty="0" err="1">
                <a:effectLst/>
                <a:latin typeface="Bahnschrift Light Condensed"/>
              </a:rPr>
              <a:t>carbon</a:t>
            </a:r>
            <a:r>
              <a:rPr lang="fr-FR" dirty="0">
                <a:effectLst/>
                <a:latin typeface="Bahnschrift Light Condensed"/>
              </a:rPr>
              <a:t> interactions in </a:t>
            </a:r>
            <a:r>
              <a:rPr lang="fr-FR" dirty="0" err="1">
                <a:effectLst/>
                <a:latin typeface="Bahnschrift Light Condensed"/>
              </a:rPr>
              <a:t>composting</a:t>
            </a:r>
            <a:r>
              <a:rPr lang="fr-FR" dirty="0">
                <a:effectLst/>
                <a:latin typeface="Bahnschrift Light Condensed"/>
              </a:rPr>
              <a:t> of animal </a:t>
            </a:r>
            <a:r>
              <a:rPr lang="fr-FR" dirty="0" err="1">
                <a:effectLst/>
                <a:latin typeface="Bahnschrift Light Condensed"/>
              </a:rPr>
              <a:t>manure</a:t>
            </a:r>
            <a:r>
              <a:rPr lang="fr-FR" dirty="0">
                <a:effectLst/>
                <a:latin typeface="Bahnschrift Light Condensed"/>
              </a:rPr>
              <a:t> in </a:t>
            </a:r>
            <a:r>
              <a:rPr lang="fr-FR" dirty="0" err="1">
                <a:effectLst/>
                <a:latin typeface="Bahnschrift Light Condensed"/>
              </a:rPr>
              <a:t>naturally</a:t>
            </a:r>
            <a:r>
              <a:rPr lang="fr-FR" dirty="0">
                <a:effectLst/>
                <a:latin typeface="Bahnschrift Light Condensed"/>
              </a:rPr>
              <a:t> </a:t>
            </a:r>
            <a:r>
              <a:rPr lang="fr-FR" dirty="0" err="1">
                <a:effectLst/>
                <a:latin typeface="Bahnschrift Light Condensed"/>
              </a:rPr>
              <a:t>aerated</a:t>
            </a:r>
            <a:r>
              <a:rPr lang="fr-FR" dirty="0">
                <a:effectLst/>
                <a:latin typeface="Bahnschrift Light Condensed"/>
              </a:rPr>
              <a:t> piles ». </a:t>
            </a:r>
            <a:r>
              <a:rPr lang="fr-FR" i="1" dirty="0">
                <a:effectLst/>
                <a:latin typeface="Bahnschrift Light Condensed"/>
              </a:rPr>
              <a:t>Waste Management</a:t>
            </a:r>
            <a:r>
              <a:rPr lang="fr-FR" dirty="0">
                <a:effectLst/>
                <a:latin typeface="Bahnschrift Light Condensed"/>
              </a:rPr>
              <a:t> 46 (décembre): 588‑98. </a:t>
            </a:r>
            <a:r>
              <a:rPr lang="fr-FR" dirty="0">
                <a:effectLst/>
                <a:latin typeface="Bahnschrift Light Condensed"/>
                <a:hlinkClick r:id="rId5"/>
              </a:rPr>
              <a:t>https://doi.org/10.1016/j.wasman.2015.07.044</a:t>
            </a:r>
            <a:r>
              <a:rPr lang="fr-FR" dirty="0">
                <a:effectLst/>
                <a:latin typeface="Bahnschrift Light Condensed"/>
              </a:rPr>
              <a:t>.</a:t>
            </a:r>
          </a:p>
          <a:p>
            <a:pPr marL="285750" indent="-285750">
              <a:buFont typeface="Arial" panose="020B0604020202020204" pitchFamily="34" charset="0"/>
              <a:buChar char="•"/>
            </a:pPr>
            <a:endParaRPr lang="fr-FR" dirty="0">
              <a:effectLst/>
              <a:latin typeface="Bahnschrift Light Condensed" panose="020B0502040204020203" pitchFamily="34" charset="0"/>
            </a:endParaRPr>
          </a:p>
          <a:p>
            <a:pPr marL="285750" indent="-285750">
              <a:buFont typeface="Arial" panose="020B0604020202020204" pitchFamily="34" charset="0"/>
              <a:buChar char="•"/>
            </a:pPr>
            <a:r>
              <a:rPr lang="fr-FR" dirty="0" err="1">
                <a:effectLst/>
                <a:latin typeface="Bahnschrift Light Condensed"/>
              </a:rPr>
              <a:t>Oudart</a:t>
            </a:r>
            <a:r>
              <a:rPr lang="fr-FR" dirty="0">
                <a:effectLst/>
                <a:latin typeface="Bahnschrift Light Condensed"/>
              </a:rPr>
              <a:t>, Didier. 2013. « Modélisation de la stabilisation de la matière organique et des émissions gazeuses au cours du compostage d’effluents d’élevage ». INSA de Toulouse.</a:t>
            </a:r>
          </a:p>
          <a:p>
            <a:pPr marL="285750" indent="-285750">
              <a:buFont typeface="Arial" panose="020B0604020202020204" pitchFamily="34" charset="0"/>
              <a:buChar char="•"/>
            </a:pPr>
            <a:endParaRPr lang="fr-FR" dirty="0">
              <a:effectLst/>
              <a:latin typeface="Bahnschrift Light Condensed" panose="020B0502040204020203" pitchFamily="34" charset="0"/>
            </a:endParaRPr>
          </a:p>
          <a:p>
            <a:pPr marL="285750" indent="-285750">
              <a:buFont typeface="Arial" panose="020B0604020202020204" pitchFamily="34" charset="0"/>
              <a:buChar char="•"/>
            </a:pPr>
            <a:r>
              <a:rPr lang="fr-FR" dirty="0">
                <a:effectLst/>
                <a:latin typeface="Bahnschrift Light Condensed"/>
              </a:rPr>
              <a:t>Robin, Paul, Didier </a:t>
            </a:r>
            <a:r>
              <a:rPr lang="fr-FR" dirty="0" err="1">
                <a:effectLst/>
                <a:latin typeface="Bahnschrift Light Condensed"/>
              </a:rPr>
              <a:t>Oudart</a:t>
            </a:r>
            <a:r>
              <a:rPr lang="fr-FR" dirty="0">
                <a:effectLst/>
                <a:latin typeface="Bahnschrift Light Condensed"/>
              </a:rPr>
              <a:t>, Jean-Marie Paillat, et al. 2019. « MEGASMOC, modèle et base de données pour représenter les processus physiques et biologiques dans un « tas » de matière organiques ». Recherche Data Gouv, novembre 21. </a:t>
            </a:r>
            <a:r>
              <a:rPr lang="fr-FR" dirty="0">
                <a:effectLst/>
                <a:latin typeface="Bahnschrift Light Condensed"/>
                <a:hlinkClick r:id="rId6"/>
              </a:rPr>
              <a:t>https://doi.org/10.15454/YAKUH6</a:t>
            </a:r>
            <a:r>
              <a:rPr lang="fr-FR" dirty="0">
                <a:effectLst/>
                <a:latin typeface="Bahnschrift Light Condensed"/>
              </a:rPr>
              <a:t>.</a:t>
            </a:r>
          </a:p>
          <a:p>
            <a:pPr marL="285750" indent="-285750">
              <a:buFont typeface="Arial" panose="020B0604020202020204" pitchFamily="34" charset="0"/>
              <a:buChar char="•"/>
            </a:pPr>
            <a:endParaRPr lang="fr-FR" dirty="0">
              <a:latin typeface="Bahnschrift Light Condensed" panose="020B0502040204020203" pitchFamily="34" charset="0"/>
            </a:endParaRPr>
          </a:p>
          <a:p>
            <a:pPr marL="285750" indent="-285750">
              <a:buFont typeface="Arial" panose="020B0604020202020204" pitchFamily="34" charset="0"/>
              <a:buChar char="•"/>
            </a:pPr>
            <a:r>
              <a:rPr lang="en-US" dirty="0" err="1">
                <a:latin typeface="Bahnschrift Light Condensed" panose="020B0502040204020203" pitchFamily="34" charset="0"/>
              </a:rPr>
              <a:t>Sobol</a:t>
            </a:r>
            <a:r>
              <a:rPr lang="en-US" dirty="0">
                <a:latin typeface="Bahnschrift Light Condensed" panose="020B0502040204020203" pitchFamily="34" charset="0"/>
              </a:rPr>
              <a:t>, I. M. 2001. « Global sensitivity indices for nonlinear mathematical models and their Monte Carlo estimates ». Mathematics and Computers in Simulation, The Second IMACS Seminar on Monte Carlo Methods, vol. 55 (1): 271‑80. </a:t>
            </a:r>
            <a:r>
              <a:rPr lang="en-US" dirty="0">
                <a:latin typeface="Bahnschrift Light Condensed" panose="020B0502040204020203" pitchFamily="34" charset="0"/>
                <a:hlinkClick r:id="rId7"/>
              </a:rPr>
              <a:t>https://doi.org/10.1016/S0378-4754(00)00270-6</a:t>
            </a:r>
            <a:r>
              <a:rPr lang="en-US" dirty="0">
                <a:latin typeface="Bahnschrift Light Condensed" panose="020B0502040204020203" pitchFamily="34" charset="0"/>
              </a:rPr>
              <a:t>.</a:t>
            </a:r>
            <a:endParaRPr lang="fr-FR" dirty="0">
              <a:latin typeface="Bahnschrift Light Condensed" panose="020B0502040204020203" pitchFamily="34" charset="0"/>
            </a:endParaRPr>
          </a:p>
        </p:txBody>
      </p:sp>
    </p:spTree>
    <p:extLst>
      <p:ext uri="{BB962C8B-B14F-4D97-AF65-F5344CB8AC3E}">
        <p14:creationId xmlns:p14="http://schemas.microsoft.com/office/powerpoint/2010/main" val="10654878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D8E2012199F246AF2601D096F5B955" ma:contentTypeVersion="11" ma:contentTypeDescription="Crée un document." ma:contentTypeScope="" ma:versionID="c0875fdaaa9544dc3cecf8b6d56e2065">
  <xsd:schema xmlns:xsd="http://www.w3.org/2001/XMLSchema" xmlns:xs="http://www.w3.org/2001/XMLSchema" xmlns:p="http://schemas.microsoft.com/office/2006/metadata/properties" xmlns:ns2="e25cf6c6-4f5e-41df-bb6d-e0df9abc8a01" xmlns:ns3="9231f971-2a52-425c-9e38-0341056f1cd7" targetNamespace="http://schemas.microsoft.com/office/2006/metadata/properties" ma:root="true" ma:fieldsID="02d469f1acc4e16a69009bcf177339d7" ns2:_="" ns3:_="">
    <xsd:import namespace="e25cf6c6-4f5e-41df-bb6d-e0df9abc8a01"/>
    <xsd:import namespace="9231f971-2a52-425c-9e38-0341056f1c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5cf6c6-4f5e-41df-bb6d-e0df9abc8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3b407fd8-97f9-4137-ac09-ec14cdd9be6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231f971-2a52-425c-9e38-0341056f1c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98280b3-c2ac-4a9c-a3e4-ee00925b1a7e}" ma:internalName="TaxCatchAll" ma:showField="CatchAllData" ma:web="9231f971-2a52-425c-9e38-0341056f1c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5cf6c6-4f5e-41df-bb6d-e0df9abc8a01">
      <Terms xmlns="http://schemas.microsoft.com/office/infopath/2007/PartnerControls"/>
    </lcf76f155ced4ddcb4097134ff3c332f>
    <TaxCatchAll xmlns="9231f971-2a52-425c-9e38-0341056f1cd7" xsi:nil="true"/>
  </documentManagement>
</p:properties>
</file>

<file path=customXml/itemProps1.xml><?xml version="1.0" encoding="utf-8"?>
<ds:datastoreItem xmlns:ds="http://schemas.openxmlformats.org/officeDocument/2006/customXml" ds:itemID="{942D01EE-E9A2-4DDA-98FB-6B7745B84064}">
  <ds:schemaRefs>
    <ds:schemaRef ds:uri="http://schemas.microsoft.com/sharepoint/v3/contenttype/forms"/>
  </ds:schemaRefs>
</ds:datastoreItem>
</file>

<file path=customXml/itemProps2.xml><?xml version="1.0" encoding="utf-8"?>
<ds:datastoreItem xmlns:ds="http://schemas.openxmlformats.org/officeDocument/2006/customXml" ds:itemID="{6886B986-1BF4-4FE7-B82B-B363C93946E4}">
  <ds:schemaRefs>
    <ds:schemaRef ds:uri="9231f971-2a52-425c-9e38-0341056f1cd7"/>
    <ds:schemaRef ds:uri="e25cf6c6-4f5e-41df-bb6d-e0df9abc8a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87A6D39-56D6-4924-BA12-CBC9BE0AC284}">
  <ds:schemaRefs>
    <ds:schemaRef ds:uri="9231f971-2a52-425c-9e38-0341056f1cd7"/>
    <ds:schemaRef ds:uri="e25cf6c6-4f5e-41df-bb6d-e0df9abc8a0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57</TotalTime>
  <Words>2197</Words>
  <Application>Microsoft Office PowerPoint</Application>
  <PresentationFormat>Grand écran</PresentationFormat>
  <Paragraphs>186</Paragraphs>
  <Slides>15</Slides>
  <Notes>13</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15</vt:i4>
      </vt:variant>
    </vt:vector>
  </HeadingPairs>
  <TitlesOfParts>
    <vt:vector size="26" baseType="lpstr">
      <vt:lpstr>Arial</vt:lpstr>
      <vt:lpstr>Bahnschrift</vt:lpstr>
      <vt:lpstr>Bahnschrift Light</vt:lpstr>
      <vt:lpstr>Bahnschrift Light Condensed</vt:lpstr>
      <vt:lpstr>Bahnschrift SemiBold</vt:lpstr>
      <vt:lpstr>Bahnschrift SemiBold Condensed</vt:lpstr>
      <vt:lpstr>Bahnschrift SemiLight</vt:lpstr>
      <vt:lpstr>Calibri</vt:lpstr>
      <vt:lpstr>Calibri Light</vt:lpstr>
      <vt:lpstr>Segoe UI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Robin</dc:creator>
  <cp:lastModifiedBy>Robin</cp:lastModifiedBy>
  <cp:revision>12</cp:revision>
  <dcterms:created xsi:type="dcterms:W3CDTF">2026-09-15T07:58:17Z</dcterms:created>
  <dcterms:modified xsi:type="dcterms:W3CDTF">2026-09-22T19:42:16Z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0x010100CAD8E2012199F246AF2601D096F5B955</vt:lpwstr>
  </property>
  <property fmtid="{D5CDD505-2E9C-101B-9397-08002B2CF9AE}" pid="3" name="MediaServiceImageTags">
    <vt:lpwstr/>
  </property>
</Properties>
</file>